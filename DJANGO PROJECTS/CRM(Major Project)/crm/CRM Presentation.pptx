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C1660-929E-4A39-AA13-94BD46546D0B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AB5F2-0810-4C9C-9294-EDB148CDF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8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AB5F2-0810-4C9C-9294-EDB148CDF5E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1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3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6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7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1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01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87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9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3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15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878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385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82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58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726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9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36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171A02-8F88-4E3C-B9F0-3B77799B584D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1F13A0-53D2-41AB-A161-98D43C00A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8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979B-2790-45B6-8A52-DA8496D59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311930"/>
            <a:ext cx="7924084" cy="2623775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ustomer Relationship Management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By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Samanwaya Bhattacharya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(MST01-0071)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Trainer – Farzana Rashid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092B6-7A41-4BF5-BB9B-A01CDAEFB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2837447"/>
            <a:ext cx="6987645" cy="2985837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pPr marL="279400" marR="2184400" algn="l">
              <a:lnSpc>
                <a:spcPct val="150000"/>
              </a:lnSpc>
              <a:spcBef>
                <a:spcPts val="1455"/>
              </a:spcBef>
              <a:spcAft>
                <a:spcPts val="0"/>
              </a:spcAft>
            </a:pP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9400" marR="2184400" algn="l">
              <a:lnSpc>
                <a:spcPct val="150000"/>
              </a:lnSpc>
              <a:spcBef>
                <a:spcPts val="1455"/>
              </a:spcBef>
              <a:spcAft>
                <a:spcPts val="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Meta Scifor Technologies Pvt. Ltd.</a:t>
            </a:r>
            <a:endParaRPr lang="en-IN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No.13-14, 2nd floor, Kothnur Main Rd, JP Nagar 7th Phase, Bengaluru 							Karnataka 560078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E6A8-79DF-4D88-97A7-0C1FDFF90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145" y="2837447"/>
            <a:ext cx="28479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2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C1B7-2196-4230-A9E3-03996978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84486"/>
            <a:ext cx="10018713" cy="149191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CRM?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C1EB-C8B0-47E4-A10C-A5F2E19AA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531" y="1676401"/>
            <a:ext cx="10018713" cy="44757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 (CRM)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strategy and toolset used by businesses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interactions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customers and potential clients.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customer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contact details, purchase history, and preferences.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the Leads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streamline sales and marketing.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customer satisfaction.</a:t>
            </a:r>
          </a:p>
          <a:p>
            <a:pPr marL="0" indent="0">
              <a:buNone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short, CRM helps businesses build long-term, meaningful relationships 	with their 	customers while driving growth.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79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8D17-01B1-4BF8-AA2D-42C709E7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5718594" cy="108685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9409-EC08-4E1B-83D0-C8E8FF28C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520" y="2105526"/>
            <a:ext cx="10018713" cy="398245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Tracking/Editing and conversion to Client.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Comments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 Clients Details of the user.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Teams</a:t>
            </a:r>
          </a:p>
          <a:p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97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925E-2E2F-48E0-A022-F69DDAAE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333" y="1066800"/>
            <a:ext cx="8189078" cy="78205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echnologies</a:t>
            </a:r>
            <a:r>
              <a:rPr lang="en-US" sz="4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Used: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AAA3-70E6-4B01-BF19-6DB98ED77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7453"/>
            <a:ext cx="10018713" cy="371374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</a:p>
          <a:p>
            <a:pPr lvl="1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5.0.1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1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SQLite3(Default database engine)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6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0133-FF8C-4909-904A-79D5905A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0368"/>
            <a:ext cx="5317542" cy="58954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525DDE-32E8-406D-8930-FD1BAD069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47" y="1050758"/>
            <a:ext cx="9256295" cy="5320875"/>
          </a:xfrm>
        </p:spPr>
      </p:pic>
    </p:spTree>
    <p:extLst>
      <p:ext uri="{BB962C8B-B14F-4D97-AF65-F5344CB8AC3E}">
        <p14:creationId xmlns:p14="http://schemas.microsoft.com/office/powerpoint/2010/main" val="83453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ED69-0FE6-43F9-9A67-63BA675C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7667710" cy="1752599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</a:t>
            </a:r>
            <a:r>
              <a:rPr lang="en-US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Enhancements</a:t>
            </a:r>
            <a:endParaRPr lang="en-IN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A9C56-2331-4086-86B9-394089C30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1365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41402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Integration</a:t>
            </a:r>
            <a:r>
              <a:rPr lang="en-US" sz="2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payment methods for teams and add files for leads.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1320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40894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Integration with smtp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gmail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services for Email verification of users and enhance user authentication through implementing password resetting functionalities.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1255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41402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Enhanced</a:t>
            </a:r>
            <a:r>
              <a:rPr lang="en-US" sz="2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features</a:t>
            </a:r>
            <a:r>
              <a:rPr lang="en-US" sz="2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 that a team owner can manage members of their team.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29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0334-590C-4D95-A0AE-A6CA66CB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5341605" cy="95851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2681-C84B-4CB8-B2FA-FE4716968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44318"/>
            <a:ext cx="10018713" cy="374583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essential for businesses to manage customer relationships effectively, leading to improved customer satisfaction and loyalty.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robust, scalable framework for building CRM applications with features like customer data management, task scheduling, and reporting.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CRM, businesses can streamline processes, make data-driven decisions, and ultimately drive growth.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7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39CBA8-C837-450E-9273-051FE352C475}"/>
              </a:ext>
            </a:extLst>
          </p:cNvPr>
          <p:cNvSpPr/>
          <p:nvPr/>
        </p:nvSpPr>
        <p:spPr>
          <a:xfrm>
            <a:off x="2324775" y="1371600"/>
            <a:ext cx="867208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 for your time.</a:t>
            </a: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Have a Good Day!</a:t>
            </a:r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87876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79</TotalTime>
  <Words>340</Words>
  <Application>Microsoft Office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Corbel</vt:lpstr>
      <vt:lpstr>Times New Roman</vt:lpstr>
      <vt:lpstr>Wingdings</vt:lpstr>
      <vt:lpstr>Parallax</vt:lpstr>
      <vt:lpstr>          Customer Relationship Management         By       Samanwaya Bhattacharya       (MST01-0071)      Trainer – Farzana Rashid        </vt:lpstr>
      <vt:lpstr>What is CRM?</vt:lpstr>
      <vt:lpstr>Key Features:</vt:lpstr>
      <vt:lpstr>Technologies Used: </vt:lpstr>
      <vt:lpstr>ER Diagram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Customer Relationship Management         By       Samanwaya Bhattacharya       (MST01-0071)       Trainer – Farzana Rashid        </dc:title>
  <dc:creator>Samanwaya Bhattacharya</dc:creator>
  <cp:lastModifiedBy>Samanwaya Bhattacharya</cp:lastModifiedBy>
  <cp:revision>7</cp:revision>
  <dcterms:created xsi:type="dcterms:W3CDTF">2024-10-24T07:14:25Z</dcterms:created>
  <dcterms:modified xsi:type="dcterms:W3CDTF">2024-10-24T08:34:05Z</dcterms:modified>
</cp:coreProperties>
</file>