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3CAA4C-6AA8-4D88-BBBD-8416DCC2C4E1}" v="1054" dt="2023-12-03T07:15:03.501"/>
    <p1510:client id="{FA0EBFDD-ED16-4822-A6CD-7F2C7F70F8CC}" v="619" dt="2023-12-03T05:24:33.18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5/10/relationships/revisionInfo" Target="revisionInfo.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5964786-AE8B-4122-9D79-5C9813B71F99}" type="doc">
      <dgm:prSet loTypeId="urn:microsoft.com/office/officeart/2016/7/layout/RepeatingBendingProcessNew" loCatId="process" qsTypeId="urn:microsoft.com/office/officeart/2005/8/quickstyle/simple1" qsCatId="simple" csTypeId="urn:microsoft.com/office/officeart/2005/8/colors/accent2_2" csCatId="accent2" phldr="1"/>
      <dgm:spPr/>
    </dgm:pt>
    <dgm:pt modelId="{9ADE260B-AD4B-4EC3-8440-C6DFD4D3BF08}">
      <dgm:prSet phldrT="[Text]" phldr="0"/>
      <dgm:spPr/>
      <dgm:t>
        <a:bodyPr/>
        <a:lstStyle/>
        <a:p>
          <a:pPr rtl="0"/>
          <a:r>
            <a:rPr lang="en-US" dirty="0">
              <a:latin typeface="Univers"/>
            </a:rPr>
            <a:t>Video Inputs</a:t>
          </a:r>
          <a:endParaRPr lang="en-US" dirty="0"/>
        </a:p>
      </dgm:t>
    </dgm:pt>
    <dgm:pt modelId="{DBDFC3D8-D371-48E4-ADB5-2EA9E5ED6544}" type="parTrans" cxnId="{FF18A5B7-06F0-4A5C-B6B7-81A500A9D69A}">
      <dgm:prSet/>
      <dgm:spPr/>
    </dgm:pt>
    <dgm:pt modelId="{8733D99B-04A5-4852-8B1D-DA5DF8ED62D0}" type="sibTrans" cxnId="{FF18A5B7-06F0-4A5C-B6B7-81A500A9D69A}">
      <dgm:prSet/>
      <dgm:spPr/>
      <dgm:t>
        <a:bodyPr/>
        <a:lstStyle/>
        <a:p>
          <a:endParaRPr lang="en-US"/>
        </a:p>
        <a:p>
          <a:endParaRPr lang="en-US"/>
        </a:p>
      </dgm:t>
    </dgm:pt>
    <dgm:pt modelId="{767969AB-1807-4599-9007-477ACD7905E6}">
      <dgm:prSet phldrT="[Text]" phldr="0"/>
      <dgm:spPr/>
      <dgm:t>
        <a:bodyPr/>
        <a:lstStyle/>
        <a:p>
          <a:pPr rtl="0"/>
          <a:r>
            <a:rPr lang="en-US" dirty="0">
              <a:latin typeface="Univers"/>
            </a:rPr>
            <a:t>Frame Extraction</a:t>
          </a:r>
          <a:endParaRPr lang="en-US" dirty="0"/>
        </a:p>
      </dgm:t>
    </dgm:pt>
    <dgm:pt modelId="{C1231294-CAD9-43AD-A096-17285DBC38F3}" type="parTrans" cxnId="{5C9B550A-5251-40EF-B117-9244AAB91EF9}">
      <dgm:prSet/>
      <dgm:spPr/>
    </dgm:pt>
    <dgm:pt modelId="{C024C89A-2049-4A35-81F4-98820628049D}" type="sibTrans" cxnId="{5C9B550A-5251-40EF-B117-9244AAB91EF9}">
      <dgm:prSet/>
      <dgm:spPr/>
      <dgm:t>
        <a:bodyPr/>
        <a:lstStyle/>
        <a:p>
          <a:endParaRPr lang="en-US"/>
        </a:p>
        <a:p>
          <a:endParaRPr lang="en-US"/>
        </a:p>
      </dgm:t>
    </dgm:pt>
    <dgm:pt modelId="{38FBC0F8-3097-485B-B6E4-A8D2F599EAA3}">
      <dgm:prSet phldrT="[Text]" phldr="0"/>
      <dgm:spPr/>
      <dgm:t>
        <a:bodyPr/>
        <a:lstStyle/>
        <a:p>
          <a:pPr rtl="0"/>
          <a:r>
            <a:rPr lang="en-US" dirty="0">
              <a:latin typeface="Univers"/>
            </a:rPr>
            <a:t>Key Point Detection</a:t>
          </a:r>
          <a:endParaRPr lang="en-US" dirty="0"/>
        </a:p>
      </dgm:t>
    </dgm:pt>
    <dgm:pt modelId="{C36FF3C3-E739-4883-ADEF-60CD8B10C889}" type="parTrans" cxnId="{57E9BA4A-6FD4-459E-A6C1-3A12F4F581F1}">
      <dgm:prSet/>
      <dgm:spPr/>
    </dgm:pt>
    <dgm:pt modelId="{C1C71D96-6A64-4928-B361-EC8D6ACCF07B}" type="sibTrans" cxnId="{57E9BA4A-6FD4-459E-A6C1-3A12F4F581F1}">
      <dgm:prSet/>
      <dgm:spPr/>
      <dgm:t>
        <a:bodyPr/>
        <a:lstStyle/>
        <a:p>
          <a:endParaRPr lang="en-US"/>
        </a:p>
        <a:p>
          <a:endParaRPr lang="en-US"/>
        </a:p>
      </dgm:t>
    </dgm:pt>
    <dgm:pt modelId="{436DCFE4-0FB2-47B0-8408-1A6B464C4EF5}">
      <dgm:prSet phldr="0"/>
      <dgm:spPr/>
      <dgm:t>
        <a:bodyPr/>
        <a:lstStyle/>
        <a:p>
          <a:pPr rtl="0"/>
          <a:r>
            <a:rPr lang="en-US" dirty="0">
              <a:latin typeface="Univers"/>
            </a:rPr>
            <a:t>Colored Frames To Grayscale frames</a:t>
          </a:r>
        </a:p>
      </dgm:t>
    </dgm:pt>
    <dgm:pt modelId="{6F041227-21C0-4C45-A6B0-9CFD0A410832}" type="parTrans" cxnId="{673A8D29-6D58-4DAB-B2EC-423A8B9A26BD}">
      <dgm:prSet/>
      <dgm:spPr/>
    </dgm:pt>
    <dgm:pt modelId="{62AC29C7-D885-406E-8095-5E750EF9F169}" type="sibTrans" cxnId="{673A8D29-6D58-4DAB-B2EC-423A8B9A26BD}">
      <dgm:prSet/>
      <dgm:spPr/>
      <dgm:t>
        <a:bodyPr/>
        <a:lstStyle/>
        <a:p>
          <a:endParaRPr lang="en-US"/>
        </a:p>
        <a:p>
          <a:endParaRPr lang="en-US"/>
        </a:p>
      </dgm:t>
    </dgm:pt>
    <dgm:pt modelId="{184818F7-4215-46C7-BA89-CD4B848CE1A5}">
      <dgm:prSet phldr="0"/>
      <dgm:spPr/>
      <dgm:t>
        <a:bodyPr/>
        <a:lstStyle/>
        <a:p>
          <a:pPr rtl="0"/>
          <a:r>
            <a:rPr lang="en-US" dirty="0">
              <a:latin typeface="Univers"/>
            </a:rPr>
            <a:t>Grayscale Frame To Binary Image</a:t>
          </a:r>
        </a:p>
      </dgm:t>
    </dgm:pt>
    <dgm:pt modelId="{D264C044-111C-4DCE-BD16-311E35378AAE}" type="parTrans" cxnId="{12E9A44E-A299-4217-BFD7-D48785BB70FF}">
      <dgm:prSet/>
      <dgm:spPr/>
    </dgm:pt>
    <dgm:pt modelId="{D4779B45-3686-448A-92CF-09F75EBBEF81}" type="sibTrans" cxnId="{12E9A44E-A299-4217-BFD7-D48785BB70FF}">
      <dgm:prSet/>
      <dgm:spPr/>
      <dgm:t>
        <a:bodyPr/>
        <a:lstStyle/>
        <a:p>
          <a:endParaRPr lang="en-US"/>
        </a:p>
        <a:p>
          <a:endParaRPr lang="en-US"/>
        </a:p>
      </dgm:t>
    </dgm:pt>
    <dgm:pt modelId="{5F67804E-290A-49E9-BDF6-6E33D5180272}">
      <dgm:prSet phldr="0"/>
      <dgm:spPr/>
      <dgm:t>
        <a:bodyPr/>
        <a:lstStyle/>
        <a:p>
          <a:pPr rtl="0"/>
          <a:r>
            <a:rPr lang="en-US" dirty="0">
              <a:latin typeface="Univers"/>
            </a:rPr>
            <a:t>Calculate Energy Function Between Current Frame And Previous Frame</a:t>
          </a:r>
        </a:p>
      </dgm:t>
    </dgm:pt>
    <dgm:pt modelId="{48718ABF-6215-4DC3-AF8C-451558DC0003}" type="parTrans" cxnId="{AA5DFF1B-BF9F-4C86-9532-68CE79A76070}">
      <dgm:prSet/>
      <dgm:spPr/>
    </dgm:pt>
    <dgm:pt modelId="{7F79C8C8-D88B-487C-A8BC-A4F39E5E79DE}" type="sibTrans" cxnId="{AA5DFF1B-BF9F-4C86-9532-68CE79A76070}">
      <dgm:prSet/>
      <dgm:spPr/>
      <dgm:t>
        <a:bodyPr/>
        <a:lstStyle/>
        <a:p>
          <a:endParaRPr lang="en-US"/>
        </a:p>
        <a:p>
          <a:endParaRPr lang="en-US"/>
        </a:p>
      </dgm:t>
    </dgm:pt>
    <dgm:pt modelId="{73570230-11A5-4959-81DB-D04407216490}">
      <dgm:prSet phldr="0"/>
      <dgm:spPr/>
      <dgm:t>
        <a:bodyPr/>
        <a:lstStyle/>
        <a:p>
          <a:pPr rtl="0"/>
          <a:r>
            <a:rPr lang="en-US" dirty="0">
              <a:latin typeface="Univers"/>
            </a:rPr>
            <a:t>Binary Mask Generated </a:t>
          </a:r>
        </a:p>
      </dgm:t>
    </dgm:pt>
    <dgm:pt modelId="{548B2958-14A3-434B-A3C9-FD072FB62DF6}" type="parTrans" cxnId="{ED8EABBA-335C-4B1B-9D8E-D0728C976E2A}">
      <dgm:prSet/>
      <dgm:spPr/>
    </dgm:pt>
    <dgm:pt modelId="{579A38E6-8F9C-456B-9E17-4C70F84856AD}" type="sibTrans" cxnId="{ED8EABBA-335C-4B1B-9D8E-D0728C976E2A}">
      <dgm:prSet/>
      <dgm:spPr/>
      <dgm:t>
        <a:bodyPr/>
        <a:lstStyle/>
        <a:p>
          <a:endParaRPr lang="en-US"/>
        </a:p>
        <a:p>
          <a:endParaRPr lang="en-US"/>
        </a:p>
      </dgm:t>
    </dgm:pt>
    <dgm:pt modelId="{46B84E9A-558D-4CE1-B2B5-363CA7A8858D}">
      <dgm:prSet phldr="0"/>
      <dgm:spPr/>
      <dgm:t>
        <a:bodyPr/>
        <a:lstStyle/>
        <a:p>
          <a:pPr rtl="0"/>
          <a:r>
            <a:rPr lang="en-US" dirty="0">
              <a:latin typeface="Univers"/>
            </a:rPr>
            <a:t>Bounding Box Using Contour </a:t>
          </a:r>
        </a:p>
      </dgm:t>
    </dgm:pt>
    <dgm:pt modelId="{32CEB2BC-FBA4-4E0C-861B-D207F20EF8D6}" type="parTrans" cxnId="{C070A37B-4895-4290-93C7-665C112F29BD}">
      <dgm:prSet/>
      <dgm:spPr/>
    </dgm:pt>
    <dgm:pt modelId="{FCA10743-E86C-48A4-967B-FB5B47B3CF5A}" type="sibTrans" cxnId="{C070A37B-4895-4290-93C7-665C112F29BD}">
      <dgm:prSet/>
      <dgm:spPr/>
      <dgm:t>
        <a:bodyPr/>
        <a:lstStyle/>
        <a:p>
          <a:endParaRPr lang="en-US"/>
        </a:p>
      </dgm:t>
    </dgm:pt>
    <dgm:pt modelId="{1940DF28-133A-4249-A42D-DA9FBFF2072C}">
      <dgm:prSet phldr="0"/>
      <dgm:spPr/>
      <dgm:t>
        <a:bodyPr/>
        <a:lstStyle/>
        <a:p>
          <a:pPr rtl="0"/>
          <a:r>
            <a:rPr lang="en-US" dirty="0">
              <a:latin typeface="Univers"/>
            </a:rPr>
            <a:t>Dilation Operation </a:t>
          </a:r>
          <a:endParaRPr lang="en-US" dirty="0"/>
        </a:p>
      </dgm:t>
    </dgm:pt>
    <dgm:pt modelId="{F2FDC754-44A1-40D5-9371-B8CF62733A52}" type="parTrans" cxnId="{49DBB7B2-39BA-40F4-A881-15EB1B9088C0}">
      <dgm:prSet/>
      <dgm:spPr/>
    </dgm:pt>
    <dgm:pt modelId="{9316702A-C813-4D41-94BE-37BBD2C5BCCC}" type="sibTrans" cxnId="{49DBB7B2-39BA-40F4-A881-15EB1B9088C0}">
      <dgm:prSet/>
      <dgm:spPr/>
      <dgm:t>
        <a:bodyPr/>
        <a:lstStyle/>
        <a:p>
          <a:endParaRPr lang="en-US"/>
        </a:p>
        <a:p>
          <a:endParaRPr lang="en-US"/>
        </a:p>
      </dgm:t>
    </dgm:pt>
    <dgm:pt modelId="{43E6864B-01F9-4DB0-83EC-DDDE9389A636}" type="pres">
      <dgm:prSet presAssocID="{65964786-AE8B-4122-9D79-5C9813B71F99}" presName="Name0" presStyleCnt="0">
        <dgm:presLayoutVars>
          <dgm:dir/>
          <dgm:resizeHandles val="exact"/>
        </dgm:presLayoutVars>
      </dgm:prSet>
      <dgm:spPr/>
    </dgm:pt>
    <dgm:pt modelId="{E67FF786-59BE-4D13-A212-469858B36D2D}" type="pres">
      <dgm:prSet presAssocID="{9ADE260B-AD4B-4EC3-8440-C6DFD4D3BF08}" presName="node" presStyleLbl="node1" presStyleIdx="0" presStyleCnt="9">
        <dgm:presLayoutVars>
          <dgm:bulletEnabled val="1"/>
        </dgm:presLayoutVars>
      </dgm:prSet>
      <dgm:spPr/>
    </dgm:pt>
    <dgm:pt modelId="{3F674F81-FE0D-4CEB-B540-43765B210A0E}" type="pres">
      <dgm:prSet presAssocID="{8733D99B-04A5-4852-8B1D-DA5DF8ED62D0}" presName="sibTrans" presStyleLbl="sibTrans1D1" presStyleIdx="0" presStyleCnt="8"/>
      <dgm:spPr/>
    </dgm:pt>
    <dgm:pt modelId="{3FEC0BFE-4FAF-4EC1-9865-02B1ACC7AEE1}" type="pres">
      <dgm:prSet presAssocID="{8733D99B-04A5-4852-8B1D-DA5DF8ED62D0}" presName="connectorText" presStyleLbl="sibTrans1D1" presStyleIdx="0" presStyleCnt="8"/>
      <dgm:spPr/>
    </dgm:pt>
    <dgm:pt modelId="{A1E7CC1A-F0D4-4BEF-85CA-B3E5C1D8D13C}" type="pres">
      <dgm:prSet presAssocID="{767969AB-1807-4599-9007-477ACD7905E6}" presName="node" presStyleLbl="node1" presStyleIdx="1" presStyleCnt="9">
        <dgm:presLayoutVars>
          <dgm:bulletEnabled val="1"/>
        </dgm:presLayoutVars>
      </dgm:prSet>
      <dgm:spPr/>
    </dgm:pt>
    <dgm:pt modelId="{74E6A799-E5CA-46D2-88F9-ECC85C0B2A68}" type="pres">
      <dgm:prSet presAssocID="{C024C89A-2049-4A35-81F4-98820628049D}" presName="sibTrans" presStyleLbl="sibTrans1D1" presStyleIdx="1" presStyleCnt="8"/>
      <dgm:spPr/>
    </dgm:pt>
    <dgm:pt modelId="{94803B09-EDF2-450C-A12E-CF9AE6D02C32}" type="pres">
      <dgm:prSet presAssocID="{C024C89A-2049-4A35-81F4-98820628049D}" presName="connectorText" presStyleLbl="sibTrans1D1" presStyleIdx="1" presStyleCnt="8"/>
      <dgm:spPr/>
    </dgm:pt>
    <dgm:pt modelId="{817C31E3-828A-45EE-B518-9352E82BBA70}" type="pres">
      <dgm:prSet presAssocID="{38FBC0F8-3097-485B-B6E4-A8D2F599EAA3}" presName="node" presStyleLbl="node1" presStyleIdx="2" presStyleCnt="9">
        <dgm:presLayoutVars>
          <dgm:bulletEnabled val="1"/>
        </dgm:presLayoutVars>
      </dgm:prSet>
      <dgm:spPr/>
    </dgm:pt>
    <dgm:pt modelId="{7F683586-ADED-4162-A7D3-94DB6F0DF98E}" type="pres">
      <dgm:prSet presAssocID="{C1C71D96-6A64-4928-B361-EC8D6ACCF07B}" presName="sibTrans" presStyleLbl="sibTrans1D1" presStyleIdx="2" presStyleCnt="8"/>
      <dgm:spPr/>
    </dgm:pt>
    <dgm:pt modelId="{E2F2F3BB-AE6D-485E-8B0E-563D9389ACCA}" type="pres">
      <dgm:prSet presAssocID="{C1C71D96-6A64-4928-B361-EC8D6ACCF07B}" presName="connectorText" presStyleLbl="sibTrans1D1" presStyleIdx="2" presStyleCnt="8"/>
      <dgm:spPr/>
    </dgm:pt>
    <dgm:pt modelId="{341D41DC-7935-4B70-9B41-0CEEB8AFD012}" type="pres">
      <dgm:prSet presAssocID="{436DCFE4-0FB2-47B0-8408-1A6B464C4EF5}" presName="node" presStyleLbl="node1" presStyleIdx="3" presStyleCnt="9">
        <dgm:presLayoutVars>
          <dgm:bulletEnabled val="1"/>
        </dgm:presLayoutVars>
      </dgm:prSet>
      <dgm:spPr/>
    </dgm:pt>
    <dgm:pt modelId="{7100C303-878C-47F1-821E-DEB9AAB9C78F}" type="pres">
      <dgm:prSet presAssocID="{62AC29C7-D885-406E-8095-5E750EF9F169}" presName="sibTrans" presStyleLbl="sibTrans1D1" presStyleIdx="3" presStyleCnt="8"/>
      <dgm:spPr/>
    </dgm:pt>
    <dgm:pt modelId="{E3518D25-99C7-433D-A33A-CF13E281F813}" type="pres">
      <dgm:prSet presAssocID="{62AC29C7-D885-406E-8095-5E750EF9F169}" presName="connectorText" presStyleLbl="sibTrans1D1" presStyleIdx="3" presStyleCnt="8"/>
      <dgm:spPr/>
    </dgm:pt>
    <dgm:pt modelId="{AB1DDAA4-1416-4E82-B42D-9A06857A7570}" type="pres">
      <dgm:prSet presAssocID="{184818F7-4215-46C7-BA89-CD4B848CE1A5}" presName="node" presStyleLbl="node1" presStyleIdx="4" presStyleCnt="9">
        <dgm:presLayoutVars>
          <dgm:bulletEnabled val="1"/>
        </dgm:presLayoutVars>
      </dgm:prSet>
      <dgm:spPr/>
    </dgm:pt>
    <dgm:pt modelId="{3EE7C46C-7B3C-4113-B45E-F3F74A25E451}" type="pres">
      <dgm:prSet presAssocID="{D4779B45-3686-448A-92CF-09F75EBBEF81}" presName="sibTrans" presStyleLbl="sibTrans1D1" presStyleIdx="4" presStyleCnt="8"/>
      <dgm:spPr/>
    </dgm:pt>
    <dgm:pt modelId="{3B3D36B9-4DD1-4DDE-8E4F-0094A4F435F4}" type="pres">
      <dgm:prSet presAssocID="{D4779B45-3686-448A-92CF-09F75EBBEF81}" presName="connectorText" presStyleLbl="sibTrans1D1" presStyleIdx="4" presStyleCnt="8"/>
      <dgm:spPr/>
    </dgm:pt>
    <dgm:pt modelId="{E3CC9FD2-9632-40D4-AFA7-6B9BCA3D0F5E}" type="pres">
      <dgm:prSet presAssocID="{5F67804E-290A-49E9-BDF6-6E33D5180272}" presName="node" presStyleLbl="node1" presStyleIdx="5" presStyleCnt="9">
        <dgm:presLayoutVars>
          <dgm:bulletEnabled val="1"/>
        </dgm:presLayoutVars>
      </dgm:prSet>
      <dgm:spPr/>
    </dgm:pt>
    <dgm:pt modelId="{6F74B8D6-A0FF-4280-AB8B-6F3A33D7449D}" type="pres">
      <dgm:prSet presAssocID="{7F79C8C8-D88B-487C-A8BC-A4F39E5E79DE}" presName="sibTrans" presStyleLbl="sibTrans1D1" presStyleIdx="5" presStyleCnt="8"/>
      <dgm:spPr/>
    </dgm:pt>
    <dgm:pt modelId="{1A37AA3D-EEBC-43A1-808B-373E71D38017}" type="pres">
      <dgm:prSet presAssocID="{7F79C8C8-D88B-487C-A8BC-A4F39E5E79DE}" presName="connectorText" presStyleLbl="sibTrans1D1" presStyleIdx="5" presStyleCnt="8"/>
      <dgm:spPr/>
    </dgm:pt>
    <dgm:pt modelId="{DFBA3B1E-B494-42C1-907E-74D2277E391F}" type="pres">
      <dgm:prSet presAssocID="{73570230-11A5-4959-81DB-D04407216490}" presName="node" presStyleLbl="node1" presStyleIdx="6" presStyleCnt="9">
        <dgm:presLayoutVars>
          <dgm:bulletEnabled val="1"/>
        </dgm:presLayoutVars>
      </dgm:prSet>
      <dgm:spPr/>
    </dgm:pt>
    <dgm:pt modelId="{9AB56723-5F7B-4D20-B273-261514D9355E}" type="pres">
      <dgm:prSet presAssocID="{579A38E6-8F9C-456B-9E17-4C70F84856AD}" presName="sibTrans" presStyleLbl="sibTrans1D1" presStyleIdx="6" presStyleCnt="8"/>
      <dgm:spPr/>
    </dgm:pt>
    <dgm:pt modelId="{E199C5C1-487B-45FA-8A0E-D38B3A9AEA33}" type="pres">
      <dgm:prSet presAssocID="{579A38E6-8F9C-456B-9E17-4C70F84856AD}" presName="connectorText" presStyleLbl="sibTrans1D1" presStyleIdx="6" presStyleCnt="8"/>
      <dgm:spPr/>
    </dgm:pt>
    <dgm:pt modelId="{D2303060-65D7-4F24-8C0F-CE31AAB6ED6D}" type="pres">
      <dgm:prSet presAssocID="{1940DF28-133A-4249-A42D-DA9FBFF2072C}" presName="node" presStyleLbl="node1" presStyleIdx="7" presStyleCnt="9">
        <dgm:presLayoutVars>
          <dgm:bulletEnabled val="1"/>
        </dgm:presLayoutVars>
      </dgm:prSet>
      <dgm:spPr/>
    </dgm:pt>
    <dgm:pt modelId="{C993552A-7718-444E-9A4F-C85F13129043}" type="pres">
      <dgm:prSet presAssocID="{9316702A-C813-4D41-94BE-37BBD2C5BCCC}" presName="sibTrans" presStyleLbl="sibTrans1D1" presStyleIdx="7" presStyleCnt="8"/>
      <dgm:spPr/>
    </dgm:pt>
    <dgm:pt modelId="{770A13AF-604E-4BF5-85E4-4ACCB867AD7E}" type="pres">
      <dgm:prSet presAssocID="{9316702A-C813-4D41-94BE-37BBD2C5BCCC}" presName="connectorText" presStyleLbl="sibTrans1D1" presStyleIdx="7" presStyleCnt="8"/>
      <dgm:spPr/>
    </dgm:pt>
    <dgm:pt modelId="{B5BF2624-7580-45A3-A298-AAA787A3D511}" type="pres">
      <dgm:prSet presAssocID="{46B84E9A-558D-4CE1-B2B5-363CA7A8858D}" presName="node" presStyleLbl="node1" presStyleIdx="8" presStyleCnt="9">
        <dgm:presLayoutVars>
          <dgm:bulletEnabled val="1"/>
        </dgm:presLayoutVars>
      </dgm:prSet>
      <dgm:spPr/>
    </dgm:pt>
  </dgm:ptLst>
  <dgm:cxnLst>
    <dgm:cxn modelId="{9AD8FA01-4654-4D91-AF17-B18658834E39}" type="presOf" srcId="{9316702A-C813-4D41-94BE-37BBD2C5BCCC}" destId="{770A13AF-604E-4BF5-85E4-4ACCB867AD7E}" srcOrd="1" destOrd="0" presId="urn:microsoft.com/office/officeart/2016/7/layout/RepeatingBendingProcessNew"/>
    <dgm:cxn modelId="{5C9B550A-5251-40EF-B117-9244AAB91EF9}" srcId="{65964786-AE8B-4122-9D79-5C9813B71F99}" destId="{767969AB-1807-4599-9007-477ACD7905E6}" srcOrd="1" destOrd="0" parTransId="{C1231294-CAD9-43AD-A096-17285DBC38F3}" sibTransId="{C024C89A-2049-4A35-81F4-98820628049D}"/>
    <dgm:cxn modelId="{514AEB0A-5C3E-426B-ABDC-71EF855ADD73}" type="presOf" srcId="{62AC29C7-D885-406E-8095-5E750EF9F169}" destId="{E3518D25-99C7-433D-A33A-CF13E281F813}" srcOrd="1" destOrd="0" presId="urn:microsoft.com/office/officeart/2016/7/layout/RepeatingBendingProcessNew"/>
    <dgm:cxn modelId="{5B27D30C-6336-4A81-A08D-3EAF0FF0E291}" type="presOf" srcId="{D4779B45-3686-448A-92CF-09F75EBBEF81}" destId="{3B3D36B9-4DD1-4DDE-8E4F-0094A4F435F4}" srcOrd="1" destOrd="0" presId="urn:microsoft.com/office/officeart/2016/7/layout/RepeatingBendingProcessNew"/>
    <dgm:cxn modelId="{0A6B3F0E-8F32-41A9-BF49-187D42F1F099}" type="presOf" srcId="{D4779B45-3686-448A-92CF-09F75EBBEF81}" destId="{3EE7C46C-7B3C-4113-B45E-F3F74A25E451}" srcOrd="0" destOrd="0" presId="urn:microsoft.com/office/officeart/2016/7/layout/RepeatingBendingProcessNew"/>
    <dgm:cxn modelId="{B4066713-7BC4-4BF1-B16C-D2A6E8B652C4}" type="presOf" srcId="{8733D99B-04A5-4852-8B1D-DA5DF8ED62D0}" destId="{3F674F81-FE0D-4CEB-B540-43765B210A0E}" srcOrd="0" destOrd="0" presId="urn:microsoft.com/office/officeart/2016/7/layout/RepeatingBendingProcessNew"/>
    <dgm:cxn modelId="{AA5DFF1B-BF9F-4C86-9532-68CE79A76070}" srcId="{65964786-AE8B-4122-9D79-5C9813B71F99}" destId="{5F67804E-290A-49E9-BDF6-6E33D5180272}" srcOrd="5" destOrd="0" parTransId="{48718ABF-6215-4DC3-AF8C-451558DC0003}" sibTransId="{7F79C8C8-D88B-487C-A8BC-A4F39E5E79DE}"/>
    <dgm:cxn modelId="{2B91401E-39E4-4352-A0AF-45958F58068C}" type="presOf" srcId="{C024C89A-2049-4A35-81F4-98820628049D}" destId="{74E6A799-E5CA-46D2-88F9-ECC85C0B2A68}" srcOrd="0" destOrd="0" presId="urn:microsoft.com/office/officeart/2016/7/layout/RepeatingBendingProcessNew"/>
    <dgm:cxn modelId="{673A8D29-6D58-4DAB-B2EC-423A8B9A26BD}" srcId="{65964786-AE8B-4122-9D79-5C9813B71F99}" destId="{436DCFE4-0FB2-47B0-8408-1A6B464C4EF5}" srcOrd="3" destOrd="0" parTransId="{6F041227-21C0-4C45-A6B0-9CFD0A410832}" sibTransId="{62AC29C7-D885-406E-8095-5E750EF9F169}"/>
    <dgm:cxn modelId="{1F74AD3B-0F65-44CE-BFFF-6C12689B2007}" type="presOf" srcId="{579A38E6-8F9C-456B-9E17-4C70F84856AD}" destId="{E199C5C1-487B-45FA-8A0E-D38B3A9AEA33}" srcOrd="1" destOrd="0" presId="urn:microsoft.com/office/officeart/2016/7/layout/RepeatingBendingProcessNew"/>
    <dgm:cxn modelId="{2385513C-A09D-46A0-88EE-854C567D1052}" type="presOf" srcId="{62AC29C7-D885-406E-8095-5E750EF9F169}" destId="{7100C303-878C-47F1-821E-DEB9AAB9C78F}" srcOrd="0" destOrd="0" presId="urn:microsoft.com/office/officeart/2016/7/layout/RepeatingBendingProcessNew"/>
    <dgm:cxn modelId="{C918AD5C-B52B-484B-A4A0-767BB344D133}" type="presOf" srcId="{767969AB-1807-4599-9007-477ACD7905E6}" destId="{A1E7CC1A-F0D4-4BEF-85CA-B3E5C1D8D13C}" srcOrd="0" destOrd="0" presId="urn:microsoft.com/office/officeart/2016/7/layout/RepeatingBendingProcessNew"/>
    <dgm:cxn modelId="{5C296149-7D05-4809-AF8A-A90ADA55409B}" type="presOf" srcId="{C1C71D96-6A64-4928-B361-EC8D6ACCF07B}" destId="{E2F2F3BB-AE6D-485E-8B0E-563D9389ACCA}" srcOrd="1" destOrd="0" presId="urn:microsoft.com/office/officeart/2016/7/layout/RepeatingBendingProcessNew"/>
    <dgm:cxn modelId="{C7EAA16A-264A-4DF1-AD32-E103CCD7BED4}" type="presOf" srcId="{73570230-11A5-4959-81DB-D04407216490}" destId="{DFBA3B1E-B494-42C1-907E-74D2277E391F}" srcOrd="0" destOrd="0" presId="urn:microsoft.com/office/officeart/2016/7/layout/RepeatingBendingProcessNew"/>
    <dgm:cxn modelId="{57E9BA4A-6FD4-459E-A6C1-3A12F4F581F1}" srcId="{65964786-AE8B-4122-9D79-5C9813B71F99}" destId="{38FBC0F8-3097-485B-B6E4-A8D2F599EAA3}" srcOrd="2" destOrd="0" parTransId="{C36FF3C3-E739-4883-ADEF-60CD8B10C889}" sibTransId="{C1C71D96-6A64-4928-B361-EC8D6ACCF07B}"/>
    <dgm:cxn modelId="{12E9A44E-A299-4217-BFD7-D48785BB70FF}" srcId="{65964786-AE8B-4122-9D79-5C9813B71F99}" destId="{184818F7-4215-46C7-BA89-CD4B848CE1A5}" srcOrd="4" destOrd="0" parTransId="{D264C044-111C-4DCE-BD16-311E35378AAE}" sibTransId="{D4779B45-3686-448A-92CF-09F75EBBEF81}"/>
    <dgm:cxn modelId="{4285DD4F-972E-4783-87D7-3DECDF2BDBBA}" type="presOf" srcId="{C024C89A-2049-4A35-81F4-98820628049D}" destId="{94803B09-EDF2-450C-A12E-CF9AE6D02C32}" srcOrd="1" destOrd="0" presId="urn:microsoft.com/office/officeart/2016/7/layout/RepeatingBendingProcessNew"/>
    <dgm:cxn modelId="{A1DD2877-AD0D-4501-834B-3FA4694ADA54}" type="presOf" srcId="{7F79C8C8-D88B-487C-A8BC-A4F39E5E79DE}" destId="{6F74B8D6-A0FF-4280-AB8B-6F3A33D7449D}" srcOrd="0" destOrd="0" presId="urn:microsoft.com/office/officeart/2016/7/layout/RepeatingBendingProcessNew"/>
    <dgm:cxn modelId="{EF6F0359-A089-4F40-90B0-8A8981D6B6AE}" type="presOf" srcId="{7F79C8C8-D88B-487C-A8BC-A4F39E5E79DE}" destId="{1A37AA3D-EEBC-43A1-808B-373E71D38017}" srcOrd="1" destOrd="0" presId="urn:microsoft.com/office/officeart/2016/7/layout/RepeatingBendingProcessNew"/>
    <dgm:cxn modelId="{086B7B59-B33F-460A-B109-149131925EC7}" type="presOf" srcId="{38FBC0F8-3097-485B-B6E4-A8D2F599EAA3}" destId="{817C31E3-828A-45EE-B518-9352E82BBA70}" srcOrd="0" destOrd="0" presId="urn:microsoft.com/office/officeart/2016/7/layout/RepeatingBendingProcessNew"/>
    <dgm:cxn modelId="{C070A37B-4895-4290-93C7-665C112F29BD}" srcId="{65964786-AE8B-4122-9D79-5C9813B71F99}" destId="{46B84E9A-558D-4CE1-B2B5-363CA7A8858D}" srcOrd="8" destOrd="0" parTransId="{32CEB2BC-FBA4-4E0C-861B-D207F20EF8D6}" sibTransId="{FCA10743-E86C-48A4-967B-FB5B47B3CF5A}"/>
    <dgm:cxn modelId="{4B33CF7F-38CD-4815-8AFD-A4EE371FF661}" type="presOf" srcId="{436DCFE4-0FB2-47B0-8408-1A6B464C4EF5}" destId="{341D41DC-7935-4B70-9B41-0CEEB8AFD012}" srcOrd="0" destOrd="0" presId="urn:microsoft.com/office/officeart/2016/7/layout/RepeatingBendingProcessNew"/>
    <dgm:cxn modelId="{6B1FA485-6E66-4F84-BD22-BFB7481525D7}" type="presOf" srcId="{65964786-AE8B-4122-9D79-5C9813B71F99}" destId="{43E6864B-01F9-4DB0-83EC-DDDE9389A636}" srcOrd="0" destOrd="0" presId="urn:microsoft.com/office/officeart/2016/7/layout/RepeatingBendingProcessNew"/>
    <dgm:cxn modelId="{F1BC398F-6568-46EA-9754-C6A6F7B5AD04}" type="presOf" srcId="{C1C71D96-6A64-4928-B361-EC8D6ACCF07B}" destId="{7F683586-ADED-4162-A7D3-94DB6F0DF98E}" srcOrd="0" destOrd="0" presId="urn:microsoft.com/office/officeart/2016/7/layout/RepeatingBendingProcessNew"/>
    <dgm:cxn modelId="{E6B8919F-B77E-472C-A1EC-9BA217C71EB6}" type="presOf" srcId="{1940DF28-133A-4249-A42D-DA9FBFF2072C}" destId="{D2303060-65D7-4F24-8C0F-CE31AAB6ED6D}" srcOrd="0" destOrd="0" presId="urn:microsoft.com/office/officeart/2016/7/layout/RepeatingBendingProcessNew"/>
    <dgm:cxn modelId="{55AAE2A5-0743-448A-930B-1DCDE8B6DF61}" type="presOf" srcId="{5F67804E-290A-49E9-BDF6-6E33D5180272}" destId="{E3CC9FD2-9632-40D4-AFA7-6B9BCA3D0F5E}" srcOrd="0" destOrd="0" presId="urn:microsoft.com/office/officeart/2016/7/layout/RepeatingBendingProcessNew"/>
    <dgm:cxn modelId="{3EE237A8-1832-4CCD-B237-3583FE0C1912}" type="presOf" srcId="{9316702A-C813-4D41-94BE-37BBD2C5BCCC}" destId="{C993552A-7718-444E-9A4F-C85F13129043}" srcOrd="0" destOrd="0" presId="urn:microsoft.com/office/officeart/2016/7/layout/RepeatingBendingProcessNew"/>
    <dgm:cxn modelId="{60C466AE-B2D8-48E5-A92E-D8CC0C307C4A}" type="presOf" srcId="{579A38E6-8F9C-456B-9E17-4C70F84856AD}" destId="{9AB56723-5F7B-4D20-B273-261514D9355E}" srcOrd="0" destOrd="0" presId="urn:microsoft.com/office/officeart/2016/7/layout/RepeatingBendingProcessNew"/>
    <dgm:cxn modelId="{49DBB7B2-39BA-40F4-A881-15EB1B9088C0}" srcId="{65964786-AE8B-4122-9D79-5C9813B71F99}" destId="{1940DF28-133A-4249-A42D-DA9FBFF2072C}" srcOrd="7" destOrd="0" parTransId="{F2FDC754-44A1-40D5-9371-B8CF62733A52}" sibTransId="{9316702A-C813-4D41-94BE-37BBD2C5BCCC}"/>
    <dgm:cxn modelId="{FF18A5B7-06F0-4A5C-B6B7-81A500A9D69A}" srcId="{65964786-AE8B-4122-9D79-5C9813B71F99}" destId="{9ADE260B-AD4B-4EC3-8440-C6DFD4D3BF08}" srcOrd="0" destOrd="0" parTransId="{DBDFC3D8-D371-48E4-ADB5-2EA9E5ED6544}" sibTransId="{8733D99B-04A5-4852-8B1D-DA5DF8ED62D0}"/>
    <dgm:cxn modelId="{9DACA7B7-EE29-47F3-973B-E2CA48020F07}" type="presOf" srcId="{9ADE260B-AD4B-4EC3-8440-C6DFD4D3BF08}" destId="{E67FF786-59BE-4D13-A212-469858B36D2D}" srcOrd="0" destOrd="0" presId="urn:microsoft.com/office/officeart/2016/7/layout/RepeatingBendingProcessNew"/>
    <dgm:cxn modelId="{ED8EABBA-335C-4B1B-9D8E-D0728C976E2A}" srcId="{65964786-AE8B-4122-9D79-5C9813B71F99}" destId="{73570230-11A5-4959-81DB-D04407216490}" srcOrd="6" destOrd="0" parTransId="{548B2958-14A3-434B-A3C9-FD072FB62DF6}" sibTransId="{579A38E6-8F9C-456B-9E17-4C70F84856AD}"/>
    <dgm:cxn modelId="{20257AC1-E293-4E77-A90F-3FFC386C195E}" type="presOf" srcId="{184818F7-4215-46C7-BA89-CD4B848CE1A5}" destId="{AB1DDAA4-1416-4E82-B42D-9A06857A7570}" srcOrd="0" destOrd="0" presId="urn:microsoft.com/office/officeart/2016/7/layout/RepeatingBendingProcessNew"/>
    <dgm:cxn modelId="{30E68CCF-8EF2-4485-967F-C073294996E8}" type="presOf" srcId="{8733D99B-04A5-4852-8B1D-DA5DF8ED62D0}" destId="{3FEC0BFE-4FAF-4EC1-9865-02B1ACC7AEE1}" srcOrd="1" destOrd="0" presId="urn:microsoft.com/office/officeart/2016/7/layout/RepeatingBendingProcessNew"/>
    <dgm:cxn modelId="{A6584CF4-3660-4965-973A-8CDE99685216}" type="presOf" srcId="{46B84E9A-558D-4CE1-B2B5-363CA7A8858D}" destId="{B5BF2624-7580-45A3-A298-AAA787A3D511}" srcOrd="0" destOrd="0" presId="urn:microsoft.com/office/officeart/2016/7/layout/RepeatingBendingProcessNew"/>
    <dgm:cxn modelId="{D8DE8C0F-2292-415F-8014-10966DD085D8}" type="presParOf" srcId="{43E6864B-01F9-4DB0-83EC-DDDE9389A636}" destId="{E67FF786-59BE-4D13-A212-469858B36D2D}" srcOrd="0" destOrd="0" presId="urn:microsoft.com/office/officeart/2016/7/layout/RepeatingBendingProcessNew"/>
    <dgm:cxn modelId="{83317A54-45E4-4CE2-9B20-380F01B4432D}" type="presParOf" srcId="{43E6864B-01F9-4DB0-83EC-DDDE9389A636}" destId="{3F674F81-FE0D-4CEB-B540-43765B210A0E}" srcOrd="1" destOrd="0" presId="urn:microsoft.com/office/officeart/2016/7/layout/RepeatingBendingProcessNew"/>
    <dgm:cxn modelId="{A191DD31-3E1D-4ED1-9CE6-4E21F1AD30AE}" type="presParOf" srcId="{3F674F81-FE0D-4CEB-B540-43765B210A0E}" destId="{3FEC0BFE-4FAF-4EC1-9865-02B1ACC7AEE1}" srcOrd="0" destOrd="0" presId="urn:microsoft.com/office/officeart/2016/7/layout/RepeatingBendingProcessNew"/>
    <dgm:cxn modelId="{18814D26-0005-4ED2-BAE2-9CC8DA233EB7}" type="presParOf" srcId="{43E6864B-01F9-4DB0-83EC-DDDE9389A636}" destId="{A1E7CC1A-F0D4-4BEF-85CA-B3E5C1D8D13C}" srcOrd="2" destOrd="0" presId="urn:microsoft.com/office/officeart/2016/7/layout/RepeatingBendingProcessNew"/>
    <dgm:cxn modelId="{531F623B-D9E7-4DBC-ACFC-2EA3AA5BFDA5}" type="presParOf" srcId="{43E6864B-01F9-4DB0-83EC-DDDE9389A636}" destId="{74E6A799-E5CA-46D2-88F9-ECC85C0B2A68}" srcOrd="3" destOrd="0" presId="urn:microsoft.com/office/officeart/2016/7/layout/RepeatingBendingProcessNew"/>
    <dgm:cxn modelId="{ECB9197D-9909-4ABC-A194-09E250EEDB5C}" type="presParOf" srcId="{74E6A799-E5CA-46D2-88F9-ECC85C0B2A68}" destId="{94803B09-EDF2-450C-A12E-CF9AE6D02C32}" srcOrd="0" destOrd="0" presId="urn:microsoft.com/office/officeart/2016/7/layout/RepeatingBendingProcessNew"/>
    <dgm:cxn modelId="{86391687-2AA3-480F-AA3B-E1DF56E0A92E}" type="presParOf" srcId="{43E6864B-01F9-4DB0-83EC-DDDE9389A636}" destId="{817C31E3-828A-45EE-B518-9352E82BBA70}" srcOrd="4" destOrd="0" presId="urn:microsoft.com/office/officeart/2016/7/layout/RepeatingBendingProcessNew"/>
    <dgm:cxn modelId="{F90B2743-A38B-4951-9D7C-7314CCD378E1}" type="presParOf" srcId="{43E6864B-01F9-4DB0-83EC-DDDE9389A636}" destId="{7F683586-ADED-4162-A7D3-94DB6F0DF98E}" srcOrd="5" destOrd="0" presId="urn:microsoft.com/office/officeart/2016/7/layout/RepeatingBendingProcessNew"/>
    <dgm:cxn modelId="{874E6AC9-8AE4-48D3-BE23-EC68B9AC2A9D}" type="presParOf" srcId="{7F683586-ADED-4162-A7D3-94DB6F0DF98E}" destId="{E2F2F3BB-AE6D-485E-8B0E-563D9389ACCA}" srcOrd="0" destOrd="0" presId="urn:microsoft.com/office/officeart/2016/7/layout/RepeatingBendingProcessNew"/>
    <dgm:cxn modelId="{EFCACF0A-B93E-437C-8CB6-C3B80281F04F}" type="presParOf" srcId="{43E6864B-01F9-4DB0-83EC-DDDE9389A636}" destId="{341D41DC-7935-4B70-9B41-0CEEB8AFD012}" srcOrd="6" destOrd="0" presId="urn:microsoft.com/office/officeart/2016/7/layout/RepeatingBendingProcessNew"/>
    <dgm:cxn modelId="{DA8EBA49-CDA2-4795-AA95-0E1FFC79CCEB}" type="presParOf" srcId="{43E6864B-01F9-4DB0-83EC-DDDE9389A636}" destId="{7100C303-878C-47F1-821E-DEB9AAB9C78F}" srcOrd="7" destOrd="0" presId="urn:microsoft.com/office/officeart/2016/7/layout/RepeatingBendingProcessNew"/>
    <dgm:cxn modelId="{11C4EB5A-2909-47FB-9224-84D223A6C898}" type="presParOf" srcId="{7100C303-878C-47F1-821E-DEB9AAB9C78F}" destId="{E3518D25-99C7-433D-A33A-CF13E281F813}" srcOrd="0" destOrd="0" presId="urn:microsoft.com/office/officeart/2016/7/layout/RepeatingBendingProcessNew"/>
    <dgm:cxn modelId="{0C3E297B-D213-42E1-A796-7712A4F2C414}" type="presParOf" srcId="{43E6864B-01F9-4DB0-83EC-DDDE9389A636}" destId="{AB1DDAA4-1416-4E82-B42D-9A06857A7570}" srcOrd="8" destOrd="0" presId="urn:microsoft.com/office/officeart/2016/7/layout/RepeatingBendingProcessNew"/>
    <dgm:cxn modelId="{25B402EA-B87E-4A8E-82A7-FC58E780BB2C}" type="presParOf" srcId="{43E6864B-01F9-4DB0-83EC-DDDE9389A636}" destId="{3EE7C46C-7B3C-4113-B45E-F3F74A25E451}" srcOrd="9" destOrd="0" presId="urn:microsoft.com/office/officeart/2016/7/layout/RepeatingBendingProcessNew"/>
    <dgm:cxn modelId="{31313963-2AA2-4809-A4D3-0A4B67F4F2FA}" type="presParOf" srcId="{3EE7C46C-7B3C-4113-B45E-F3F74A25E451}" destId="{3B3D36B9-4DD1-4DDE-8E4F-0094A4F435F4}" srcOrd="0" destOrd="0" presId="urn:microsoft.com/office/officeart/2016/7/layout/RepeatingBendingProcessNew"/>
    <dgm:cxn modelId="{2DB076B9-EF6C-4246-B7B2-27E761B0AB6A}" type="presParOf" srcId="{43E6864B-01F9-4DB0-83EC-DDDE9389A636}" destId="{E3CC9FD2-9632-40D4-AFA7-6B9BCA3D0F5E}" srcOrd="10" destOrd="0" presId="urn:microsoft.com/office/officeart/2016/7/layout/RepeatingBendingProcessNew"/>
    <dgm:cxn modelId="{5EA241E4-3B3B-40B0-8DA6-9D2250A507E5}" type="presParOf" srcId="{43E6864B-01F9-4DB0-83EC-DDDE9389A636}" destId="{6F74B8D6-A0FF-4280-AB8B-6F3A33D7449D}" srcOrd="11" destOrd="0" presId="urn:microsoft.com/office/officeart/2016/7/layout/RepeatingBendingProcessNew"/>
    <dgm:cxn modelId="{A260B990-28BF-41DB-9460-ECE53AB0D755}" type="presParOf" srcId="{6F74B8D6-A0FF-4280-AB8B-6F3A33D7449D}" destId="{1A37AA3D-EEBC-43A1-808B-373E71D38017}" srcOrd="0" destOrd="0" presId="urn:microsoft.com/office/officeart/2016/7/layout/RepeatingBendingProcessNew"/>
    <dgm:cxn modelId="{025E7F76-0727-4F24-BF12-E2422A370318}" type="presParOf" srcId="{43E6864B-01F9-4DB0-83EC-DDDE9389A636}" destId="{DFBA3B1E-B494-42C1-907E-74D2277E391F}" srcOrd="12" destOrd="0" presId="urn:microsoft.com/office/officeart/2016/7/layout/RepeatingBendingProcessNew"/>
    <dgm:cxn modelId="{43799A60-2622-422E-9817-085E58EDA45C}" type="presParOf" srcId="{43E6864B-01F9-4DB0-83EC-DDDE9389A636}" destId="{9AB56723-5F7B-4D20-B273-261514D9355E}" srcOrd="13" destOrd="0" presId="urn:microsoft.com/office/officeart/2016/7/layout/RepeatingBendingProcessNew"/>
    <dgm:cxn modelId="{DF1C9311-7F93-42FF-A0B4-5B1F598BE710}" type="presParOf" srcId="{9AB56723-5F7B-4D20-B273-261514D9355E}" destId="{E199C5C1-487B-45FA-8A0E-D38B3A9AEA33}" srcOrd="0" destOrd="0" presId="urn:microsoft.com/office/officeart/2016/7/layout/RepeatingBendingProcessNew"/>
    <dgm:cxn modelId="{A6E25651-96BB-4FC4-A97D-CBCE1BB71DF5}" type="presParOf" srcId="{43E6864B-01F9-4DB0-83EC-DDDE9389A636}" destId="{D2303060-65D7-4F24-8C0F-CE31AAB6ED6D}" srcOrd="14" destOrd="0" presId="urn:microsoft.com/office/officeart/2016/7/layout/RepeatingBendingProcessNew"/>
    <dgm:cxn modelId="{41FB6DF7-E02A-4392-BDD5-203F16D05D65}" type="presParOf" srcId="{43E6864B-01F9-4DB0-83EC-DDDE9389A636}" destId="{C993552A-7718-444E-9A4F-C85F13129043}" srcOrd="15" destOrd="0" presId="urn:microsoft.com/office/officeart/2016/7/layout/RepeatingBendingProcessNew"/>
    <dgm:cxn modelId="{8D2D5580-872F-4653-A9DD-FCC9A35E154B}" type="presParOf" srcId="{C993552A-7718-444E-9A4F-C85F13129043}" destId="{770A13AF-604E-4BF5-85E4-4ACCB867AD7E}" srcOrd="0" destOrd="0" presId="urn:microsoft.com/office/officeart/2016/7/layout/RepeatingBendingProcessNew"/>
    <dgm:cxn modelId="{AFC78FD2-1C42-4F12-868A-B73E310C13E6}" type="presParOf" srcId="{43E6864B-01F9-4DB0-83EC-DDDE9389A636}" destId="{B5BF2624-7580-45A3-A298-AAA787A3D511}" srcOrd="16"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674F81-FE0D-4CEB-B540-43765B210A0E}">
      <dsp:nvSpPr>
        <dsp:cNvPr id="0" name=""/>
        <dsp:cNvSpPr/>
      </dsp:nvSpPr>
      <dsp:spPr>
        <a:xfrm>
          <a:off x="2669704" y="533944"/>
          <a:ext cx="411666" cy="91440"/>
        </a:xfrm>
        <a:custGeom>
          <a:avLst/>
          <a:gdLst/>
          <a:ahLst/>
          <a:cxnLst/>
          <a:rect l="0" t="0" r="0" b="0"/>
          <a:pathLst>
            <a:path>
              <a:moveTo>
                <a:pt x="0" y="45720"/>
              </a:moveTo>
              <a:lnTo>
                <a:pt x="194776" y="45719"/>
              </a:lnTo>
            </a:path>
            <a:path>
              <a:moveTo>
                <a:pt x="216889" y="45719"/>
              </a:moveTo>
              <a:lnTo>
                <a:pt x="411666" y="45720"/>
              </a:lnTo>
            </a:path>
          </a:pathLst>
        </a:custGeom>
        <a:noFill/>
        <a:ln w="635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11150">
            <a:lnSpc>
              <a:spcPct val="90000"/>
            </a:lnSpc>
            <a:spcBef>
              <a:spcPct val="0"/>
            </a:spcBef>
            <a:spcAft>
              <a:spcPct val="35000"/>
            </a:spcAft>
            <a:buNone/>
          </a:pPr>
          <a:endParaRPr lang="en-US" sz="700" kern="1200"/>
        </a:p>
        <a:p>
          <a:pPr marL="0" lvl="0" indent="0" algn="ctr" defTabSz="311150">
            <a:lnSpc>
              <a:spcPct val="90000"/>
            </a:lnSpc>
            <a:spcBef>
              <a:spcPct val="0"/>
            </a:spcBef>
            <a:spcAft>
              <a:spcPct val="35000"/>
            </a:spcAft>
            <a:buNone/>
          </a:pPr>
          <a:endParaRPr lang="en-US" sz="700" kern="1200"/>
        </a:p>
      </dsp:txBody>
      <dsp:txXfrm>
        <a:off x="2864480" y="446984"/>
        <a:ext cx="22113" cy="265359"/>
      </dsp:txXfrm>
    </dsp:sp>
    <dsp:sp modelId="{E67FF786-59BE-4D13-A212-469858B36D2D}">
      <dsp:nvSpPr>
        <dsp:cNvPr id="0" name=""/>
        <dsp:cNvSpPr/>
      </dsp:nvSpPr>
      <dsp:spPr>
        <a:xfrm>
          <a:off x="748607" y="2795"/>
          <a:ext cx="1922896" cy="1153737"/>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4224" tIns="98904" rIns="94224" bIns="98904" numCol="1" spcCol="1270" anchor="ctr" anchorCtr="0">
          <a:noAutofit/>
        </a:bodyPr>
        <a:lstStyle/>
        <a:p>
          <a:pPr marL="0" lvl="0" indent="0" algn="ctr" defTabSz="666750" rtl="0">
            <a:lnSpc>
              <a:spcPct val="90000"/>
            </a:lnSpc>
            <a:spcBef>
              <a:spcPct val="0"/>
            </a:spcBef>
            <a:spcAft>
              <a:spcPct val="35000"/>
            </a:spcAft>
            <a:buNone/>
          </a:pPr>
          <a:r>
            <a:rPr lang="en-US" sz="1500" kern="1200" dirty="0">
              <a:latin typeface="Univers"/>
            </a:rPr>
            <a:t>Video Inputs</a:t>
          </a:r>
          <a:endParaRPr lang="en-US" sz="1500" kern="1200" dirty="0"/>
        </a:p>
      </dsp:txBody>
      <dsp:txXfrm>
        <a:off x="748607" y="2795"/>
        <a:ext cx="1922896" cy="1153737"/>
      </dsp:txXfrm>
    </dsp:sp>
    <dsp:sp modelId="{74E6A799-E5CA-46D2-88F9-ECC85C0B2A68}">
      <dsp:nvSpPr>
        <dsp:cNvPr id="0" name=""/>
        <dsp:cNvSpPr/>
      </dsp:nvSpPr>
      <dsp:spPr>
        <a:xfrm>
          <a:off x="5034866" y="533944"/>
          <a:ext cx="411666" cy="91440"/>
        </a:xfrm>
        <a:custGeom>
          <a:avLst/>
          <a:gdLst/>
          <a:ahLst/>
          <a:cxnLst/>
          <a:rect l="0" t="0" r="0" b="0"/>
          <a:pathLst>
            <a:path>
              <a:moveTo>
                <a:pt x="0" y="45720"/>
              </a:moveTo>
              <a:lnTo>
                <a:pt x="194776" y="45719"/>
              </a:lnTo>
            </a:path>
            <a:path>
              <a:moveTo>
                <a:pt x="216889" y="45719"/>
              </a:moveTo>
              <a:lnTo>
                <a:pt x="411666" y="45720"/>
              </a:lnTo>
            </a:path>
          </a:pathLst>
        </a:custGeom>
        <a:noFill/>
        <a:ln w="635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11150">
            <a:lnSpc>
              <a:spcPct val="90000"/>
            </a:lnSpc>
            <a:spcBef>
              <a:spcPct val="0"/>
            </a:spcBef>
            <a:spcAft>
              <a:spcPct val="35000"/>
            </a:spcAft>
            <a:buNone/>
          </a:pPr>
          <a:endParaRPr lang="en-US" sz="700" kern="1200"/>
        </a:p>
        <a:p>
          <a:pPr marL="0" lvl="0" indent="0" algn="ctr" defTabSz="311150">
            <a:lnSpc>
              <a:spcPct val="90000"/>
            </a:lnSpc>
            <a:spcBef>
              <a:spcPct val="0"/>
            </a:spcBef>
            <a:spcAft>
              <a:spcPct val="35000"/>
            </a:spcAft>
            <a:buNone/>
          </a:pPr>
          <a:endParaRPr lang="en-US" sz="700" kern="1200"/>
        </a:p>
      </dsp:txBody>
      <dsp:txXfrm>
        <a:off x="5229643" y="459216"/>
        <a:ext cx="22113" cy="240896"/>
      </dsp:txXfrm>
    </dsp:sp>
    <dsp:sp modelId="{A1E7CC1A-F0D4-4BEF-85CA-B3E5C1D8D13C}">
      <dsp:nvSpPr>
        <dsp:cNvPr id="0" name=""/>
        <dsp:cNvSpPr/>
      </dsp:nvSpPr>
      <dsp:spPr>
        <a:xfrm>
          <a:off x="3113770" y="2795"/>
          <a:ext cx="1922896" cy="1153737"/>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4224" tIns="98904" rIns="94224" bIns="98904" numCol="1" spcCol="1270" anchor="ctr" anchorCtr="0">
          <a:noAutofit/>
        </a:bodyPr>
        <a:lstStyle/>
        <a:p>
          <a:pPr marL="0" lvl="0" indent="0" algn="ctr" defTabSz="666750" rtl="0">
            <a:lnSpc>
              <a:spcPct val="90000"/>
            </a:lnSpc>
            <a:spcBef>
              <a:spcPct val="0"/>
            </a:spcBef>
            <a:spcAft>
              <a:spcPct val="35000"/>
            </a:spcAft>
            <a:buNone/>
          </a:pPr>
          <a:r>
            <a:rPr lang="en-US" sz="1500" kern="1200" dirty="0">
              <a:latin typeface="Univers"/>
            </a:rPr>
            <a:t>Frame Extraction</a:t>
          </a:r>
          <a:endParaRPr lang="en-US" sz="1500" kern="1200" dirty="0"/>
        </a:p>
      </dsp:txBody>
      <dsp:txXfrm>
        <a:off x="3113770" y="2795"/>
        <a:ext cx="1922896" cy="1153737"/>
      </dsp:txXfrm>
    </dsp:sp>
    <dsp:sp modelId="{7F683586-ADED-4162-A7D3-94DB6F0DF98E}">
      <dsp:nvSpPr>
        <dsp:cNvPr id="0" name=""/>
        <dsp:cNvSpPr/>
      </dsp:nvSpPr>
      <dsp:spPr>
        <a:xfrm>
          <a:off x="7400029" y="533944"/>
          <a:ext cx="411666" cy="91440"/>
        </a:xfrm>
        <a:custGeom>
          <a:avLst/>
          <a:gdLst/>
          <a:ahLst/>
          <a:cxnLst/>
          <a:rect l="0" t="0" r="0" b="0"/>
          <a:pathLst>
            <a:path>
              <a:moveTo>
                <a:pt x="0" y="45720"/>
              </a:moveTo>
              <a:lnTo>
                <a:pt x="194776" y="45719"/>
              </a:lnTo>
            </a:path>
            <a:path>
              <a:moveTo>
                <a:pt x="216889" y="45719"/>
              </a:moveTo>
              <a:lnTo>
                <a:pt x="411666" y="45720"/>
              </a:lnTo>
            </a:path>
          </a:pathLst>
        </a:custGeom>
        <a:noFill/>
        <a:ln w="635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11150">
            <a:lnSpc>
              <a:spcPct val="90000"/>
            </a:lnSpc>
            <a:spcBef>
              <a:spcPct val="0"/>
            </a:spcBef>
            <a:spcAft>
              <a:spcPct val="35000"/>
            </a:spcAft>
            <a:buNone/>
          </a:pPr>
          <a:endParaRPr lang="en-US" sz="700" kern="1200"/>
        </a:p>
        <a:p>
          <a:pPr marL="0" lvl="0" indent="0" algn="ctr" defTabSz="311150">
            <a:lnSpc>
              <a:spcPct val="90000"/>
            </a:lnSpc>
            <a:spcBef>
              <a:spcPct val="0"/>
            </a:spcBef>
            <a:spcAft>
              <a:spcPct val="35000"/>
            </a:spcAft>
            <a:buNone/>
          </a:pPr>
          <a:endParaRPr lang="en-US" sz="700" kern="1200"/>
        </a:p>
      </dsp:txBody>
      <dsp:txXfrm>
        <a:off x="7594806" y="459216"/>
        <a:ext cx="22113" cy="240896"/>
      </dsp:txXfrm>
    </dsp:sp>
    <dsp:sp modelId="{817C31E3-828A-45EE-B518-9352E82BBA70}">
      <dsp:nvSpPr>
        <dsp:cNvPr id="0" name=""/>
        <dsp:cNvSpPr/>
      </dsp:nvSpPr>
      <dsp:spPr>
        <a:xfrm>
          <a:off x="5478933" y="2795"/>
          <a:ext cx="1922896" cy="1153737"/>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4224" tIns="98904" rIns="94224" bIns="98904" numCol="1" spcCol="1270" anchor="ctr" anchorCtr="0">
          <a:noAutofit/>
        </a:bodyPr>
        <a:lstStyle/>
        <a:p>
          <a:pPr marL="0" lvl="0" indent="0" algn="ctr" defTabSz="666750" rtl="0">
            <a:lnSpc>
              <a:spcPct val="90000"/>
            </a:lnSpc>
            <a:spcBef>
              <a:spcPct val="0"/>
            </a:spcBef>
            <a:spcAft>
              <a:spcPct val="35000"/>
            </a:spcAft>
            <a:buNone/>
          </a:pPr>
          <a:r>
            <a:rPr lang="en-US" sz="1500" kern="1200" dirty="0">
              <a:latin typeface="Univers"/>
            </a:rPr>
            <a:t>Key Point Detection</a:t>
          </a:r>
          <a:endParaRPr lang="en-US" sz="1500" kern="1200" dirty="0"/>
        </a:p>
      </dsp:txBody>
      <dsp:txXfrm>
        <a:off x="5478933" y="2795"/>
        <a:ext cx="1922896" cy="1153737"/>
      </dsp:txXfrm>
    </dsp:sp>
    <dsp:sp modelId="{7100C303-878C-47F1-821E-DEB9AAB9C78F}">
      <dsp:nvSpPr>
        <dsp:cNvPr id="0" name=""/>
        <dsp:cNvSpPr/>
      </dsp:nvSpPr>
      <dsp:spPr>
        <a:xfrm>
          <a:off x="1710055" y="1154733"/>
          <a:ext cx="7095488" cy="411666"/>
        </a:xfrm>
        <a:custGeom>
          <a:avLst/>
          <a:gdLst/>
          <a:ahLst/>
          <a:cxnLst/>
          <a:rect l="0" t="0" r="0" b="0"/>
          <a:pathLst>
            <a:path>
              <a:moveTo>
                <a:pt x="7095488" y="0"/>
              </a:moveTo>
              <a:lnTo>
                <a:pt x="7095488" y="222933"/>
              </a:lnTo>
              <a:lnTo>
                <a:pt x="0" y="222933"/>
              </a:lnTo>
              <a:lnTo>
                <a:pt x="0" y="411666"/>
              </a:lnTo>
            </a:path>
          </a:pathLst>
        </a:custGeom>
        <a:noFill/>
        <a:ln w="635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11150">
            <a:lnSpc>
              <a:spcPct val="90000"/>
            </a:lnSpc>
            <a:spcBef>
              <a:spcPct val="0"/>
            </a:spcBef>
            <a:spcAft>
              <a:spcPct val="35000"/>
            </a:spcAft>
            <a:buNone/>
          </a:pPr>
          <a:endParaRPr lang="en-US" sz="700" kern="1200"/>
        </a:p>
        <a:p>
          <a:pPr marL="0" lvl="0" indent="0" algn="ctr" defTabSz="311150">
            <a:lnSpc>
              <a:spcPct val="90000"/>
            </a:lnSpc>
            <a:spcBef>
              <a:spcPct val="0"/>
            </a:spcBef>
            <a:spcAft>
              <a:spcPct val="35000"/>
            </a:spcAft>
            <a:buNone/>
          </a:pPr>
          <a:endParaRPr lang="en-US" sz="700" kern="1200"/>
        </a:p>
      </dsp:txBody>
      <dsp:txXfrm>
        <a:off x="5080068" y="1240118"/>
        <a:ext cx="355462" cy="240896"/>
      </dsp:txXfrm>
    </dsp:sp>
    <dsp:sp modelId="{341D41DC-7935-4B70-9B41-0CEEB8AFD012}">
      <dsp:nvSpPr>
        <dsp:cNvPr id="0" name=""/>
        <dsp:cNvSpPr/>
      </dsp:nvSpPr>
      <dsp:spPr>
        <a:xfrm>
          <a:off x="7844095" y="2795"/>
          <a:ext cx="1922896" cy="1153737"/>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4224" tIns="98904" rIns="94224" bIns="98904" numCol="1" spcCol="1270" anchor="ctr" anchorCtr="0">
          <a:noAutofit/>
        </a:bodyPr>
        <a:lstStyle/>
        <a:p>
          <a:pPr marL="0" lvl="0" indent="0" algn="ctr" defTabSz="666750" rtl="0">
            <a:lnSpc>
              <a:spcPct val="90000"/>
            </a:lnSpc>
            <a:spcBef>
              <a:spcPct val="0"/>
            </a:spcBef>
            <a:spcAft>
              <a:spcPct val="35000"/>
            </a:spcAft>
            <a:buNone/>
          </a:pPr>
          <a:r>
            <a:rPr lang="en-US" sz="1500" kern="1200" dirty="0">
              <a:latin typeface="Univers"/>
            </a:rPr>
            <a:t>Colored Frames To Grayscale frames</a:t>
          </a:r>
        </a:p>
      </dsp:txBody>
      <dsp:txXfrm>
        <a:off x="7844095" y="2795"/>
        <a:ext cx="1922896" cy="1153737"/>
      </dsp:txXfrm>
    </dsp:sp>
    <dsp:sp modelId="{3EE7C46C-7B3C-4113-B45E-F3F74A25E451}">
      <dsp:nvSpPr>
        <dsp:cNvPr id="0" name=""/>
        <dsp:cNvSpPr/>
      </dsp:nvSpPr>
      <dsp:spPr>
        <a:xfrm>
          <a:off x="2669704" y="2129949"/>
          <a:ext cx="411666" cy="91440"/>
        </a:xfrm>
        <a:custGeom>
          <a:avLst/>
          <a:gdLst/>
          <a:ahLst/>
          <a:cxnLst/>
          <a:rect l="0" t="0" r="0" b="0"/>
          <a:pathLst>
            <a:path>
              <a:moveTo>
                <a:pt x="0" y="45720"/>
              </a:moveTo>
              <a:lnTo>
                <a:pt x="194776" y="45720"/>
              </a:lnTo>
            </a:path>
            <a:path>
              <a:moveTo>
                <a:pt x="216889" y="45720"/>
              </a:moveTo>
              <a:lnTo>
                <a:pt x="411666" y="45720"/>
              </a:lnTo>
            </a:path>
          </a:pathLst>
        </a:custGeom>
        <a:noFill/>
        <a:ln w="635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11150">
            <a:lnSpc>
              <a:spcPct val="90000"/>
            </a:lnSpc>
            <a:spcBef>
              <a:spcPct val="0"/>
            </a:spcBef>
            <a:spcAft>
              <a:spcPct val="35000"/>
            </a:spcAft>
            <a:buNone/>
          </a:pPr>
          <a:endParaRPr lang="en-US" sz="700" kern="1200"/>
        </a:p>
        <a:p>
          <a:pPr marL="0" lvl="0" indent="0" algn="ctr" defTabSz="311150">
            <a:lnSpc>
              <a:spcPct val="90000"/>
            </a:lnSpc>
            <a:spcBef>
              <a:spcPct val="0"/>
            </a:spcBef>
            <a:spcAft>
              <a:spcPct val="35000"/>
            </a:spcAft>
            <a:buNone/>
          </a:pPr>
          <a:endParaRPr lang="en-US" sz="700" kern="1200"/>
        </a:p>
      </dsp:txBody>
      <dsp:txXfrm>
        <a:off x="2864480" y="2055220"/>
        <a:ext cx="22113" cy="240896"/>
      </dsp:txXfrm>
    </dsp:sp>
    <dsp:sp modelId="{AB1DDAA4-1416-4E82-B42D-9A06857A7570}">
      <dsp:nvSpPr>
        <dsp:cNvPr id="0" name=""/>
        <dsp:cNvSpPr/>
      </dsp:nvSpPr>
      <dsp:spPr>
        <a:xfrm>
          <a:off x="748607" y="1598800"/>
          <a:ext cx="1922896" cy="1153737"/>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4224" tIns="98904" rIns="94224" bIns="98904" numCol="1" spcCol="1270" anchor="ctr" anchorCtr="0">
          <a:noAutofit/>
        </a:bodyPr>
        <a:lstStyle/>
        <a:p>
          <a:pPr marL="0" lvl="0" indent="0" algn="ctr" defTabSz="666750" rtl="0">
            <a:lnSpc>
              <a:spcPct val="90000"/>
            </a:lnSpc>
            <a:spcBef>
              <a:spcPct val="0"/>
            </a:spcBef>
            <a:spcAft>
              <a:spcPct val="35000"/>
            </a:spcAft>
            <a:buNone/>
          </a:pPr>
          <a:r>
            <a:rPr lang="en-US" sz="1500" kern="1200" dirty="0">
              <a:latin typeface="Univers"/>
            </a:rPr>
            <a:t>Grayscale Frame To Binary Image</a:t>
          </a:r>
        </a:p>
      </dsp:txBody>
      <dsp:txXfrm>
        <a:off x="748607" y="1598800"/>
        <a:ext cx="1922896" cy="1153737"/>
      </dsp:txXfrm>
    </dsp:sp>
    <dsp:sp modelId="{6F74B8D6-A0FF-4280-AB8B-6F3A33D7449D}">
      <dsp:nvSpPr>
        <dsp:cNvPr id="0" name=""/>
        <dsp:cNvSpPr/>
      </dsp:nvSpPr>
      <dsp:spPr>
        <a:xfrm>
          <a:off x="5034866" y="2129949"/>
          <a:ext cx="411666" cy="91440"/>
        </a:xfrm>
        <a:custGeom>
          <a:avLst/>
          <a:gdLst/>
          <a:ahLst/>
          <a:cxnLst/>
          <a:rect l="0" t="0" r="0" b="0"/>
          <a:pathLst>
            <a:path>
              <a:moveTo>
                <a:pt x="0" y="45720"/>
              </a:moveTo>
              <a:lnTo>
                <a:pt x="194776" y="45720"/>
              </a:lnTo>
            </a:path>
            <a:path>
              <a:moveTo>
                <a:pt x="216889" y="45720"/>
              </a:moveTo>
              <a:lnTo>
                <a:pt x="411666" y="45720"/>
              </a:lnTo>
            </a:path>
          </a:pathLst>
        </a:custGeom>
        <a:noFill/>
        <a:ln w="635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11150">
            <a:lnSpc>
              <a:spcPct val="90000"/>
            </a:lnSpc>
            <a:spcBef>
              <a:spcPct val="0"/>
            </a:spcBef>
            <a:spcAft>
              <a:spcPct val="35000"/>
            </a:spcAft>
            <a:buNone/>
          </a:pPr>
          <a:endParaRPr lang="en-US" sz="700" kern="1200"/>
        </a:p>
        <a:p>
          <a:pPr marL="0" lvl="0" indent="0" algn="ctr" defTabSz="311150">
            <a:lnSpc>
              <a:spcPct val="90000"/>
            </a:lnSpc>
            <a:spcBef>
              <a:spcPct val="0"/>
            </a:spcBef>
            <a:spcAft>
              <a:spcPct val="35000"/>
            </a:spcAft>
            <a:buNone/>
          </a:pPr>
          <a:endParaRPr lang="en-US" sz="700" kern="1200"/>
        </a:p>
      </dsp:txBody>
      <dsp:txXfrm>
        <a:off x="5229643" y="2055220"/>
        <a:ext cx="22113" cy="240896"/>
      </dsp:txXfrm>
    </dsp:sp>
    <dsp:sp modelId="{E3CC9FD2-9632-40D4-AFA7-6B9BCA3D0F5E}">
      <dsp:nvSpPr>
        <dsp:cNvPr id="0" name=""/>
        <dsp:cNvSpPr/>
      </dsp:nvSpPr>
      <dsp:spPr>
        <a:xfrm>
          <a:off x="3113770" y="1598800"/>
          <a:ext cx="1922896" cy="1153737"/>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4224" tIns="98904" rIns="94224" bIns="98904" numCol="1" spcCol="1270" anchor="ctr" anchorCtr="0">
          <a:noAutofit/>
        </a:bodyPr>
        <a:lstStyle/>
        <a:p>
          <a:pPr marL="0" lvl="0" indent="0" algn="ctr" defTabSz="666750" rtl="0">
            <a:lnSpc>
              <a:spcPct val="90000"/>
            </a:lnSpc>
            <a:spcBef>
              <a:spcPct val="0"/>
            </a:spcBef>
            <a:spcAft>
              <a:spcPct val="35000"/>
            </a:spcAft>
            <a:buNone/>
          </a:pPr>
          <a:r>
            <a:rPr lang="en-US" sz="1500" kern="1200" dirty="0">
              <a:latin typeface="Univers"/>
            </a:rPr>
            <a:t>Calculate Energy Function Between Current Frame And Previous Frame</a:t>
          </a:r>
        </a:p>
      </dsp:txBody>
      <dsp:txXfrm>
        <a:off x="3113770" y="1598800"/>
        <a:ext cx="1922896" cy="1153737"/>
      </dsp:txXfrm>
    </dsp:sp>
    <dsp:sp modelId="{9AB56723-5F7B-4D20-B273-261514D9355E}">
      <dsp:nvSpPr>
        <dsp:cNvPr id="0" name=""/>
        <dsp:cNvSpPr/>
      </dsp:nvSpPr>
      <dsp:spPr>
        <a:xfrm>
          <a:off x="7400029" y="2129949"/>
          <a:ext cx="411666" cy="91440"/>
        </a:xfrm>
        <a:custGeom>
          <a:avLst/>
          <a:gdLst/>
          <a:ahLst/>
          <a:cxnLst/>
          <a:rect l="0" t="0" r="0" b="0"/>
          <a:pathLst>
            <a:path>
              <a:moveTo>
                <a:pt x="0" y="45720"/>
              </a:moveTo>
              <a:lnTo>
                <a:pt x="194776" y="45720"/>
              </a:lnTo>
            </a:path>
            <a:path>
              <a:moveTo>
                <a:pt x="216889" y="45720"/>
              </a:moveTo>
              <a:lnTo>
                <a:pt x="411666" y="45720"/>
              </a:lnTo>
            </a:path>
          </a:pathLst>
        </a:custGeom>
        <a:noFill/>
        <a:ln w="635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11150">
            <a:lnSpc>
              <a:spcPct val="90000"/>
            </a:lnSpc>
            <a:spcBef>
              <a:spcPct val="0"/>
            </a:spcBef>
            <a:spcAft>
              <a:spcPct val="35000"/>
            </a:spcAft>
            <a:buNone/>
          </a:pPr>
          <a:endParaRPr lang="en-US" sz="700" kern="1200"/>
        </a:p>
        <a:p>
          <a:pPr marL="0" lvl="0" indent="0" algn="ctr" defTabSz="311150">
            <a:lnSpc>
              <a:spcPct val="90000"/>
            </a:lnSpc>
            <a:spcBef>
              <a:spcPct val="0"/>
            </a:spcBef>
            <a:spcAft>
              <a:spcPct val="35000"/>
            </a:spcAft>
            <a:buNone/>
          </a:pPr>
          <a:endParaRPr lang="en-US" sz="700" kern="1200"/>
        </a:p>
      </dsp:txBody>
      <dsp:txXfrm>
        <a:off x="7594806" y="2055220"/>
        <a:ext cx="22113" cy="240896"/>
      </dsp:txXfrm>
    </dsp:sp>
    <dsp:sp modelId="{DFBA3B1E-B494-42C1-907E-74D2277E391F}">
      <dsp:nvSpPr>
        <dsp:cNvPr id="0" name=""/>
        <dsp:cNvSpPr/>
      </dsp:nvSpPr>
      <dsp:spPr>
        <a:xfrm>
          <a:off x="5478933" y="1598800"/>
          <a:ext cx="1922896" cy="1153737"/>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4224" tIns="98904" rIns="94224" bIns="98904" numCol="1" spcCol="1270" anchor="ctr" anchorCtr="0">
          <a:noAutofit/>
        </a:bodyPr>
        <a:lstStyle/>
        <a:p>
          <a:pPr marL="0" lvl="0" indent="0" algn="ctr" defTabSz="666750" rtl="0">
            <a:lnSpc>
              <a:spcPct val="90000"/>
            </a:lnSpc>
            <a:spcBef>
              <a:spcPct val="0"/>
            </a:spcBef>
            <a:spcAft>
              <a:spcPct val="35000"/>
            </a:spcAft>
            <a:buNone/>
          </a:pPr>
          <a:r>
            <a:rPr lang="en-US" sz="1500" kern="1200" dirty="0">
              <a:latin typeface="Univers"/>
            </a:rPr>
            <a:t>Binary Mask Generated </a:t>
          </a:r>
        </a:p>
      </dsp:txBody>
      <dsp:txXfrm>
        <a:off x="5478933" y="1598800"/>
        <a:ext cx="1922896" cy="1153737"/>
      </dsp:txXfrm>
    </dsp:sp>
    <dsp:sp modelId="{C993552A-7718-444E-9A4F-C85F13129043}">
      <dsp:nvSpPr>
        <dsp:cNvPr id="0" name=""/>
        <dsp:cNvSpPr/>
      </dsp:nvSpPr>
      <dsp:spPr>
        <a:xfrm>
          <a:off x="1710055" y="2750737"/>
          <a:ext cx="7095488" cy="411666"/>
        </a:xfrm>
        <a:custGeom>
          <a:avLst/>
          <a:gdLst/>
          <a:ahLst/>
          <a:cxnLst/>
          <a:rect l="0" t="0" r="0" b="0"/>
          <a:pathLst>
            <a:path>
              <a:moveTo>
                <a:pt x="7095488" y="0"/>
              </a:moveTo>
              <a:lnTo>
                <a:pt x="7095488" y="222933"/>
              </a:lnTo>
              <a:lnTo>
                <a:pt x="0" y="222933"/>
              </a:lnTo>
              <a:lnTo>
                <a:pt x="0" y="411666"/>
              </a:lnTo>
            </a:path>
          </a:pathLst>
        </a:custGeom>
        <a:noFill/>
        <a:ln w="635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11150">
            <a:lnSpc>
              <a:spcPct val="90000"/>
            </a:lnSpc>
            <a:spcBef>
              <a:spcPct val="0"/>
            </a:spcBef>
            <a:spcAft>
              <a:spcPct val="35000"/>
            </a:spcAft>
            <a:buNone/>
          </a:pPr>
          <a:endParaRPr lang="en-US" sz="700" kern="1200"/>
        </a:p>
        <a:p>
          <a:pPr marL="0" lvl="0" indent="0" algn="ctr" defTabSz="311150">
            <a:lnSpc>
              <a:spcPct val="90000"/>
            </a:lnSpc>
            <a:spcBef>
              <a:spcPct val="0"/>
            </a:spcBef>
            <a:spcAft>
              <a:spcPct val="35000"/>
            </a:spcAft>
            <a:buNone/>
          </a:pPr>
          <a:endParaRPr lang="en-US" sz="700" kern="1200"/>
        </a:p>
      </dsp:txBody>
      <dsp:txXfrm>
        <a:off x="5080068" y="2836122"/>
        <a:ext cx="355462" cy="240896"/>
      </dsp:txXfrm>
    </dsp:sp>
    <dsp:sp modelId="{D2303060-65D7-4F24-8C0F-CE31AAB6ED6D}">
      <dsp:nvSpPr>
        <dsp:cNvPr id="0" name=""/>
        <dsp:cNvSpPr/>
      </dsp:nvSpPr>
      <dsp:spPr>
        <a:xfrm>
          <a:off x="7844095" y="1598800"/>
          <a:ext cx="1922896" cy="1153737"/>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4224" tIns="98904" rIns="94224" bIns="98904" numCol="1" spcCol="1270" anchor="ctr" anchorCtr="0">
          <a:noAutofit/>
        </a:bodyPr>
        <a:lstStyle/>
        <a:p>
          <a:pPr marL="0" lvl="0" indent="0" algn="ctr" defTabSz="666750" rtl="0">
            <a:lnSpc>
              <a:spcPct val="90000"/>
            </a:lnSpc>
            <a:spcBef>
              <a:spcPct val="0"/>
            </a:spcBef>
            <a:spcAft>
              <a:spcPct val="35000"/>
            </a:spcAft>
            <a:buNone/>
          </a:pPr>
          <a:r>
            <a:rPr lang="en-US" sz="1500" kern="1200" dirty="0">
              <a:latin typeface="Univers"/>
            </a:rPr>
            <a:t>Dilation Operation </a:t>
          </a:r>
          <a:endParaRPr lang="en-US" sz="1500" kern="1200" dirty="0"/>
        </a:p>
      </dsp:txBody>
      <dsp:txXfrm>
        <a:off x="7844095" y="1598800"/>
        <a:ext cx="1922896" cy="1153737"/>
      </dsp:txXfrm>
    </dsp:sp>
    <dsp:sp modelId="{B5BF2624-7580-45A3-A298-AAA787A3D511}">
      <dsp:nvSpPr>
        <dsp:cNvPr id="0" name=""/>
        <dsp:cNvSpPr/>
      </dsp:nvSpPr>
      <dsp:spPr>
        <a:xfrm>
          <a:off x="748607" y="3194804"/>
          <a:ext cx="1922896" cy="1153737"/>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4224" tIns="98904" rIns="94224" bIns="98904" numCol="1" spcCol="1270" anchor="ctr" anchorCtr="0">
          <a:noAutofit/>
        </a:bodyPr>
        <a:lstStyle/>
        <a:p>
          <a:pPr marL="0" lvl="0" indent="0" algn="ctr" defTabSz="666750" rtl="0">
            <a:lnSpc>
              <a:spcPct val="90000"/>
            </a:lnSpc>
            <a:spcBef>
              <a:spcPct val="0"/>
            </a:spcBef>
            <a:spcAft>
              <a:spcPct val="35000"/>
            </a:spcAft>
            <a:buNone/>
          </a:pPr>
          <a:r>
            <a:rPr lang="en-US" sz="1500" kern="1200" dirty="0">
              <a:latin typeface="Univers"/>
            </a:rPr>
            <a:t>Bounding Box Using Contour </a:t>
          </a:r>
        </a:p>
      </dsp:txBody>
      <dsp:txXfrm>
        <a:off x="748607" y="3194804"/>
        <a:ext cx="1922896" cy="1153737"/>
      </dsp:txXfrm>
    </dsp:sp>
  </dsp:spTree>
</dsp:drawing>
</file>

<file path=ppt/diagrams/layout1.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p:nvPr>
        </p:nvSpPr>
        <p:spPr>
          <a:xfrm>
            <a:off x="1524000" y="1122363"/>
            <a:ext cx="9144000" cy="2387600"/>
          </a:xfrm>
        </p:spPr>
        <p:txBody>
          <a:bodyPr anchor="b"/>
          <a:lstStyle>
            <a:lvl1pPr algn="l">
              <a:defRPr sz="6000" b="1" i="0" cap="all" baseline="0"/>
            </a:lvl1pPr>
          </a:lstStyle>
          <a:p>
            <a:r>
              <a:rPr lang="en-US"/>
              <a:t>Click to edit Master title style</a:t>
            </a:r>
          </a:p>
        </p:txBody>
      </p:sp>
      <p:sp>
        <p:nvSpPr>
          <p:cNvPr id="3" name="Subtitle 2">
            <a:extLst>
              <a:ext uri="{FF2B5EF4-FFF2-40B4-BE49-F238E27FC236}">
                <a16:creationId xmlns:a16="http://schemas.microsoft.com/office/drawing/2014/main" id="{EC80FBD9-0977-4B2B-9318-30774BB0947C}"/>
              </a:ext>
            </a:extLst>
          </p:cNvPr>
          <p:cNvSpPr>
            <a:spLocks noGrp="1"/>
          </p:cNvSpPr>
          <p:nvPr>
            <p:ph type="subTitle" idx="1"/>
          </p:nvPr>
        </p:nvSpPr>
        <p:spPr>
          <a:xfrm>
            <a:off x="1524000" y="3602038"/>
            <a:ext cx="9144000" cy="165576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CE66DA5-7751-4D3D-B753-58DF3B418763}"/>
              </a:ext>
            </a:extLst>
          </p:cNvPr>
          <p:cNvSpPr>
            <a:spLocks noGrp="1"/>
          </p:cNvSpPr>
          <p:nvPr>
            <p:ph type="dt" sz="half" idx="10"/>
          </p:nvPr>
        </p:nvSpPr>
        <p:spPr/>
        <p:txBody>
          <a:bodyPr/>
          <a:lstStyle/>
          <a:p>
            <a:fld id="{6A4B53A7-3209-46A6-9454-F38EAC8F11E7}" type="datetimeFigureOut">
              <a:rPr lang="en-US" smtClean="0"/>
              <a:t>12/2/2023</a:t>
            </a:fld>
            <a:endParaRPr lang="en-US"/>
          </a:p>
        </p:txBody>
      </p:sp>
      <p:sp>
        <p:nvSpPr>
          <p:cNvPr id="5" name="Footer Placeholder 4">
            <a:extLst>
              <a:ext uri="{FF2B5EF4-FFF2-40B4-BE49-F238E27FC236}">
                <a16:creationId xmlns:a16="http://schemas.microsoft.com/office/drawing/2014/main" id="{7F8C2A2A-62DB-40C0-8AE7-CB9B98649B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01EAA4-F44C-4C1F-B8E3-1A3005300F50}"/>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11" name="Straight Connector 10">
            <a:extLst>
              <a:ext uri="{FF2B5EF4-FFF2-40B4-BE49-F238E27FC236}">
                <a16:creationId xmlns:a16="http://schemas.microsoft.com/office/drawing/2014/main" id="{D1B787A8-0D67-4B7E-9B48-86BD906AB6B5}"/>
              </a:ext>
            </a:extLst>
          </p:cNvPr>
          <p:cNvCxnSpPr>
            <a:cxnSpLocks/>
          </p:cNvCxnSpPr>
          <p:nvPr/>
        </p:nvCxnSpPr>
        <p:spPr>
          <a:xfrm>
            <a:off x="715890" y="1114050"/>
            <a:ext cx="0" cy="5735637"/>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22595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6CF8C-1EA0-4E47-AC60-CAC3B80A3C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28CABF8-19D8-4F3C-994F-4D35EC7A2C3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97BB2D-4E2C-4490-A2A3-4B68BCC5D2F9}"/>
              </a:ext>
            </a:extLst>
          </p:cNvPr>
          <p:cNvSpPr>
            <a:spLocks noGrp="1"/>
          </p:cNvSpPr>
          <p:nvPr>
            <p:ph type="dt" sz="half" idx="10"/>
          </p:nvPr>
        </p:nvSpPr>
        <p:spPr/>
        <p:txBody>
          <a:bodyPr/>
          <a:lstStyle/>
          <a:p>
            <a:fld id="{6A4B53A7-3209-46A6-9454-F38EAC8F11E7}" type="datetimeFigureOut">
              <a:rPr lang="en-US" smtClean="0"/>
              <a:t>12/2/2023</a:t>
            </a:fld>
            <a:endParaRPr lang="en-US"/>
          </a:p>
        </p:txBody>
      </p:sp>
      <p:sp>
        <p:nvSpPr>
          <p:cNvPr id="5" name="Footer Placeholder 4">
            <a:extLst>
              <a:ext uri="{FF2B5EF4-FFF2-40B4-BE49-F238E27FC236}">
                <a16:creationId xmlns:a16="http://schemas.microsoft.com/office/drawing/2014/main" id="{6140F15D-DD72-46D5-BF0F-F506471070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66FD4D-815A-431C-ADEF-DE6F236F617F}"/>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7" name="Straight Connector 6">
            <a:extLst>
              <a:ext uri="{FF2B5EF4-FFF2-40B4-BE49-F238E27FC236}">
                <a16:creationId xmlns:a16="http://schemas.microsoft.com/office/drawing/2014/main" id="{5C05CAAB-DBA2-4548-AD5F-01BB97FBB207}"/>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80787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FC2D1-D3FE-4B37-8740-57444421FDBF}"/>
              </a:ext>
            </a:extLst>
          </p:cNvPr>
          <p:cNvSpPr>
            <a:spLocks noGrp="1"/>
          </p:cNvSpPr>
          <p:nvPr>
            <p:ph type="title"/>
          </p:nvPr>
        </p:nvSpPr>
        <p:spPr>
          <a:xfrm>
            <a:off x="831850" y="1709738"/>
            <a:ext cx="10515600" cy="2852737"/>
          </a:xfrm>
        </p:spPr>
        <p:txBody>
          <a:bodyPr anchor="b"/>
          <a:lstStyle>
            <a:lvl1pPr>
              <a:defRPr sz="6000" b="1" i="0" cap="all" baseline="0"/>
            </a:lvl1pPr>
          </a:lstStyle>
          <a:p>
            <a:r>
              <a:rPr lang="en-US"/>
              <a:t>Click to edit Master title style</a:t>
            </a:r>
          </a:p>
        </p:txBody>
      </p:sp>
      <p:sp>
        <p:nvSpPr>
          <p:cNvPr id="3" name="Text Placeholder 2">
            <a:extLst>
              <a:ext uri="{FF2B5EF4-FFF2-40B4-BE49-F238E27FC236}">
                <a16:creationId xmlns:a16="http://schemas.microsoft.com/office/drawing/2014/main" id="{BA5AF550-086C-426E-A374-85DB3957017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9A58988-AD39-4AE9-8E6A-0907F0BE2673}"/>
              </a:ext>
            </a:extLst>
          </p:cNvPr>
          <p:cNvSpPr>
            <a:spLocks noGrp="1"/>
          </p:cNvSpPr>
          <p:nvPr>
            <p:ph type="dt" sz="half" idx="10"/>
          </p:nvPr>
        </p:nvSpPr>
        <p:spPr/>
        <p:txBody>
          <a:bodyPr/>
          <a:lstStyle/>
          <a:p>
            <a:fld id="{6A4B53A7-3209-46A6-9454-F38EAC8F11E7}" type="datetimeFigureOut">
              <a:rPr lang="en-US" smtClean="0"/>
              <a:t>12/2/2023</a:t>
            </a:fld>
            <a:endParaRPr lang="en-US"/>
          </a:p>
        </p:txBody>
      </p:sp>
      <p:sp>
        <p:nvSpPr>
          <p:cNvPr id="5" name="Footer Placeholder 4">
            <a:extLst>
              <a:ext uri="{FF2B5EF4-FFF2-40B4-BE49-F238E27FC236}">
                <a16:creationId xmlns:a16="http://schemas.microsoft.com/office/drawing/2014/main" id="{1D366319-82EE-408E-819F-8F8E6DBA7A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21C8A6-777F-496D-8620-AE52BFC33FC4}"/>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9" name="Straight Connector 8">
            <a:extLst>
              <a:ext uri="{FF2B5EF4-FFF2-40B4-BE49-F238E27FC236}">
                <a16:creationId xmlns:a16="http://schemas.microsoft.com/office/drawing/2014/main" id="{C031F83B-57A8-4533-981C-D1FFAD2B6B6F}"/>
              </a:ext>
            </a:extLst>
          </p:cNvPr>
          <p:cNvCxnSpPr>
            <a:cxnSpLocks/>
          </p:cNvCxnSpPr>
          <p:nvPr/>
        </p:nvCxnSpPr>
        <p:spPr>
          <a:xfrm>
            <a:off x="715890" y="1701425"/>
            <a:ext cx="0" cy="5148262"/>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813518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57166-6921-4546-BA2C-99E464681F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95B9122-6371-4049-B57A-33DED7DA2F7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A14555D-0753-4312-A26B-2338813F9BB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3D8FDCB-69DA-4A8F-8B91-5CFF77897C27}"/>
              </a:ext>
            </a:extLst>
          </p:cNvPr>
          <p:cNvSpPr>
            <a:spLocks noGrp="1"/>
          </p:cNvSpPr>
          <p:nvPr>
            <p:ph type="dt" sz="half" idx="10"/>
          </p:nvPr>
        </p:nvSpPr>
        <p:spPr/>
        <p:txBody>
          <a:bodyPr/>
          <a:lstStyle/>
          <a:p>
            <a:fld id="{6A4B53A7-3209-46A6-9454-F38EAC8F11E7}" type="datetimeFigureOut">
              <a:rPr lang="en-US" smtClean="0"/>
              <a:t>12/2/2023</a:t>
            </a:fld>
            <a:endParaRPr lang="en-US"/>
          </a:p>
        </p:txBody>
      </p:sp>
      <p:sp>
        <p:nvSpPr>
          <p:cNvPr id="6" name="Footer Placeholder 5">
            <a:extLst>
              <a:ext uri="{FF2B5EF4-FFF2-40B4-BE49-F238E27FC236}">
                <a16:creationId xmlns:a16="http://schemas.microsoft.com/office/drawing/2014/main" id="{91AC8C07-E0D3-4464-AE3C-25730D75C8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C2596A6-734E-4AE0-BFB8-3089137BF8E8}"/>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8" name="Straight Connector 7">
            <a:extLst>
              <a:ext uri="{FF2B5EF4-FFF2-40B4-BE49-F238E27FC236}">
                <a16:creationId xmlns:a16="http://schemas.microsoft.com/office/drawing/2014/main" id="{3FB7E8F4-3FB3-45AB-A381-9093CA95AAEE}"/>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216219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057AE-3B3B-4261-B912-BF9EB9A58C3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2A2D237-A706-4712-90CA-B04517CBBE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DE39CA1-2B6D-427E-9688-9093D5865CB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3D53357-616B-47F4-944B-F979FE96635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7EA593-3036-4FB5-94B4-D9431DF0487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86B3EF2-2C04-480F-A570-14E520DD00DE}"/>
              </a:ext>
            </a:extLst>
          </p:cNvPr>
          <p:cNvSpPr>
            <a:spLocks noGrp="1"/>
          </p:cNvSpPr>
          <p:nvPr>
            <p:ph type="dt" sz="half" idx="10"/>
          </p:nvPr>
        </p:nvSpPr>
        <p:spPr/>
        <p:txBody>
          <a:bodyPr/>
          <a:lstStyle/>
          <a:p>
            <a:fld id="{6A4B53A7-3209-46A6-9454-F38EAC8F11E7}" type="datetimeFigureOut">
              <a:rPr lang="en-US" smtClean="0"/>
              <a:t>12/2/2023</a:t>
            </a:fld>
            <a:endParaRPr lang="en-US"/>
          </a:p>
        </p:txBody>
      </p:sp>
      <p:sp>
        <p:nvSpPr>
          <p:cNvPr id="8" name="Footer Placeholder 7">
            <a:extLst>
              <a:ext uri="{FF2B5EF4-FFF2-40B4-BE49-F238E27FC236}">
                <a16:creationId xmlns:a16="http://schemas.microsoft.com/office/drawing/2014/main" id="{1CF5783E-3073-4F4D-8B9C-C5B18DDA5A3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1A75FE3-6719-4790-AA00-251BC2A6E5AF}"/>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10" name="Straight Connector 9">
            <a:extLst>
              <a:ext uri="{FF2B5EF4-FFF2-40B4-BE49-F238E27FC236}">
                <a16:creationId xmlns:a16="http://schemas.microsoft.com/office/drawing/2014/main" id="{160F34ED-DA60-4CC2-B735-B0EC5D9FEA35}"/>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002554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9F227-D21C-48B3-828A-6BFA9585E82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DF1DFFF-E5C5-43DF-B71C-7270DB97372C}"/>
              </a:ext>
            </a:extLst>
          </p:cNvPr>
          <p:cNvSpPr>
            <a:spLocks noGrp="1"/>
          </p:cNvSpPr>
          <p:nvPr>
            <p:ph type="dt" sz="half" idx="10"/>
          </p:nvPr>
        </p:nvSpPr>
        <p:spPr/>
        <p:txBody>
          <a:bodyPr/>
          <a:lstStyle/>
          <a:p>
            <a:fld id="{6A4B53A7-3209-46A6-9454-F38EAC8F11E7}" type="datetimeFigureOut">
              <a:rPr lang="en-US" smtClean="0"/>
              <a:t>12/2/2023</a:t>
            </a:fld>
            <a:endParaRPr lang="en-US"/>
          </a:p>
        </p:txBody>
      </p:sp>
      <p:sp>
        <p:nvSpPr>
          <p:cNvPr id="4" name="Footer Placeholder 3">
            <a:extLst>
              <a:ext uri="{FF2B5EF4-FFF2-40B4-BE49-F238E27FC236}">
                <a16:creationId xmlns:a16="http://schemas.microsoft.com/office/drawing/2014/main" id="{7EBC03C0-6EB7-4633-967C-12C35768BB5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0FF4306-91CD-4B7B-8A53-34BE8F997581}"/>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6" name="Straight Connector 5">
            <a:extLst>
              <a:ext uri="{FF2B5EF4-FFF2-40B4-BE49-F238E27FC236}">
                <a16:creationId xmlns:a16="http://schemas.microsoft.com/office/drawing/2014/main" id="{57596AF9-469C-436D-B7D2-77952EF1825E}"/>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83613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DFF36D6-399B-43E3-84DD-9FC5119ECCE9}"/>
              </a:ext>
            </a:extLst>
          </p:cNvPr>
          <p:cNvSpPr>
            <a:spLocks noGrp="1"/>
          </p:cNvSpPr>
          <p:nvPr>
            <p:ph type="dt" sz="half" idx="10"/>
          </p:nvPr>
        </p:nvSpPr>
        <p:spPr/>
        <p:txBody>
          <a:bodyPr/>
          <a:lstStyle/>
          <a:p>
            <a:fld id="{6A4B53A7-3209-46A6-9454-F38EAC8F11E7}" type="datetimeFigureOut">
              <a:rPr lang="en-US" smtClean="0"/>
              <a:t>12/2/2023</a:t>
            </a:fld>
            <a:endParaRPr lang="en-US"/>
          </a:p>
        </p:txBody>
      </p:sp>
      <p:sp>
        <p:nvSpPr>
          <p:cNvPr id="3" name="Footer Placeholder 2">
            <a:extLst>
              <a:ext uri="{FF2B5EF4-FFF2-40B4-BE49-F238E27FC236}">
                <a16:creationId xmlns:a16="http://schemas.microsoft.com/office/drawing/2014/main" id="{50234AB7-3B85-4028-A500-5A1BDBF45C5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C1F40F0-9909-442F-BBA4-409D061ED027}"/>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5" name="Straight Connector 4">
            <a:extLst>
              <a:ext uri="{FF2B5EF4-FFF2-40B4-BE49-F238E27FC236}">
                <a16:creationId xmlns:a16="http://schemas.microsoft.com/office/drawing/2014/main" id="{353C1207-D1C8-49E3-8837-E2B89D366FAE}"/>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133737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0F214-646F-4D81-AD12-65628EC987D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EF71768-C3FA-49EF-99EF-06E6C3B2846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2DA6F24-ED6C-4D12-A9D6-EE37FBD686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E6AACE-FAFB-4934-8E3C-AB5B216353D8}"/>
              </a:ext>
            </a:extLst>
          </p:cNvPr>
          <p:cNvSpPr>
            <a:spLocks noGrp="1"/>
          </p:cNvSpPr>
          <p:nvPr>
            <p:ph type="dt" sz="half" idx="10"/>
          </p:nvPr>
        </p:nvSpPr>
        <p:spPr/>
        <p:txBody>
          <a:bodyPr/>
          <a:lstStyle/>
          <a:p>
            <a:fld id="{6A4B53A7-3209-46A6-9454-F38EAC8F11E7}" type="datetimeFigureOut">
              <a:rPr lang="en-US" smtClean="0"/>
              <a:t>12/2/2023</a:t>
            </a:fld>
            <a:endParaRPr lang="en-US"/>
          </a:p>
        </p:txBody>
      </p:sp>
      <p:sp>
        <p:nvSpPr>
          <p:cNvPr id="6" name="Footer Placeholder 5">
            <a:extLst>
              <a:ext uri="{FF2B5EF4-FFF2-40B4-BE49-F238E27FC236}">
                <a16:creationId xmlns:a16="http://schemas.microsoft.com/office/drawing/2014/main" id="{181533EA-D0F8-4C79-8721-F190DE2D2D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59BAC9-F101-4394-BBA4-3D21A3497126}"/>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8" name="Straight Connector 7">
            <a:extLst>
              <a:ext uri="{FF2B5EF4-FFF2-40B4-BE49-F238E27FC236}">
                <a16:creationId xmlns:a16="http://schemas.microsoft.com/office/drawing/2014/main" id="{0F3A79C9-7EDC-44F6-AC48-5DD98A7695AD}"/>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611217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CB71F-B6C2-4866-BC97-304F78816E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55ED73B-8413-478D-80D7-B78B69763B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1BDF226-1B94-4D2D-98B3-7B932FB17D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0C4E9A-CA29-4CCD-ACFA-B29F80FBA163}"/>
              </a:ext>
            </a:extLst>
          </p:cNvPr>
          <p:cNvSpPr>
            <a:spLocks noGrp="1"/>
          </p:cNvSpPr>
          <p:nvPr>
            <p:ph type="dt" sz="half" idx="10"/>
          </p:nvPr>
        </p:nvSpPr>
        <p:spPr/>
        <p:txBody>
          <a:bodyPr/>
          <a:lstStyle/>
          <a:p>
            <a:fld id="{6A4B53A7-3209-46A6-9454-F38EAC8F11E7}" type="datetimeFigureOut">
              <a:rPr lang="en-US" smtClean="0"/>
              <a:t>12/2/2023</a:t>
            </a:fld>
            <a:endParaRPr lang="en-US"/>
          </a:p>
        </p:txBody>
      </p:sp>
      <p:sp>
        <p:nvSpPr>
          <p:cNvPr id="6" name="Footer Placeholder 5">
            <a:extLst>
              <a:ext uri="{FF2B5EF4-FFF2-40B4-BE49-F238E27FC236}">
                <a16:creationId xmlns:a16="http://schemas.microsoft.com/office/drawing/2014/main" id="{71A5B7BE-3F1B-4FF3-B1D7-6E39B99D07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2F18F1-E27E-470E-AE13-4755DEE63A32}"/>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8" name="Straight Connector 7">
            <a:extLst>
              <a:ext uri="{FF2B5EF4-FFF2-40B4-BE49-F238E27FC236}">
                <a16:creationId xmlns:a16="http://schemas.microsoft.com/office/drawing/2014/main" id="{00F08750-B7F2-4119-B151-68DE77481335}"/>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73666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AD429-654B-4F0E-94E9-6FEF8EC67EF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68D60B2-06F5-4567-BE1F-BBA5270537B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16F6F2-8269-4B80-8EE3-81FEE0F9DFA6}"/>
              </a:ext>
            </a:extLst>
          </p:cNvPr>
          <p:cNvSpPr>
            <a:spLocks noGrp="1"/>
          </p:cNvSpPr>
          <p:nvPr>
            <p:ph type="dt" sz="half" idx="10"/>
          </p:nvPr>
        </p:nvSpPr>
        <p:spPr/>
        <p:txBody>
          <a:bodyPr/>
          <a:lstStyle/>
          <a:p>
            <a:fld id="{6A4B53A7-3209-46A6-9454-F38EAC8F11E7}" type="datetimeFigureOut">
              <a:rPr lang="en-US" smtClean="0"/>
              <a:t>12/2/2023</a:t>
            </a:fld>
            <a:endParaRPr lang="en-US"/>
          </a:p>
        </p:txBody>
      </p:sp>
      <p:sp>
        <p:nvSpPr>
          <p:cNvPr id="5" name="Footer Placeholder 4">
            <a:extLst>
              <a:ext uri="{FF2B5EF4-FFF2-40B4-BE49-F238E27FC236}">
                <a16:creationId xmlns:a16="http://schemas.microsoft.com/office/drawing/2014/main" id="{56BC86E4-3EDE-4EB4-B1A3-A1198AADD1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1752B0-ACEC-49EF-8131-FCF35BC5CD35}"/>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7" name="Straight Connector 6">
            <a:extLst>
              <a:ext uri="{FF2B5EF4-FFF2-40B4-BE49-F238E27FC236}">
                <a16:creationId xmlns:a16="http://schemas.microsoft.com/office/drawing/2014/main" id="{1A0462E3-375D-4E76-8886-69E06985D069}"/>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739202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423B094-F480-477B-901C-7181F88C076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D052089-A920-4E52-98DC-8A5DC7B0ACC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A074FE-F1B4-421F-A66E-FA351C8F99E9}"/>
              </a:ext>
            </a:extLst>
          </p:cNvPr>
          <p:cNvSpPr>
            <a:spLocks noGrp="1"/>
          </p:cNvSpPr>
          <p:nvPr>
            <p:ph type="dt" sz="half" idx="10"/>
          </p:nvPr>
        </p:nvSpPr>
        <p:spPr/>
        <p:txBody>
          <a:bodyPr/>
          <a:lstStyle/>
          <a:p>
            <a:fld id="{6A4B53A7-3209-46A6-9454-F38EAC8F11E7}" type="datetimeFigureOut">
              <a:rPr lang="en-US" smtClean="0"/>
              <a:t>12/2/2023</a:t>
            </a:fld>
            <a:endParaRPr lang="en-US"/>
          </a:p>
        </p:txBody>
      </p:sp>
      <p:sp>
        <p:nvSpPr>
          <p:cNvPr id="5" name="Footer Placeholder 4">
            <a:extLst>
              <a:ext uri="{FF2B5EF4-FFF2-40B4-BE49-F238E27FC236}">
                <a16:creationId xmlns:a16="http://schemas.microsoft.com/office/drawing/2014/main" id="{34D764BA-3AB2-45FD-ABCB-975B3FDDF2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FB3FEF-8252-49FD-82F2-3E5FABC65F9A}"/>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7" name="Straight Connector 6">
            <a:extLst>
              <a:ext uri="{FF2B5EF4-FFF2-40B4-BE49-F238E27FC236}">
                <a16:creationId xmlns:a16="http://schemas.microsoft.com/office/drawing/2014/main" id="{0AEB5C65-83BB-4EBD-AD22-EDA8489D0F5D}"/>
              </a:ext>
            </a:extLst>
          </p:cNvPr>
          <p:cNvCxnSpPr>
            <a:cxnSpLocks/>
          </p:cNvCxnSpPr>
          <p:nvPr/>
        </p:nvCxnSpPr>
        <p:spPr>
          <a:xfrm flipV="1">
            <a:off x="8313" y="261865"/>
            <a:ext cx="11353802" cy="1"/>
          </a:xfrm>
          <a:prstGeom prst="line">
            <a:avLst/>
          </a:prstGeom>
          <a:ln w="25400" cap="sq">
            <a:gradFill flip="none" rotWithShape="1">
              <a:gsLst>
                <a:gs pos="0">
                  <a:schemeClr val="accent2"/>
                </a:gs>
                <a:gs pos="100000">
                  <a:schemeClr val="accent4"/>
                </a:gs>
              </a:gsLst>
              <a:lin ang="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458164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FDA4224-F4E4-47A4-ACF7-2317493908A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1679907-DC49-4B86-A34C-C97DBC26A93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DBC8A0-34FC-4B6E-B42B-A721267D89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1" i="0" cap="all" spc="100" baseline="0">
                <a:solidFill>
                  <a:schemeClr val="tx1">
                    <a:tint val="75000"/>
                  </a:schemeClr>
                </a:solidFill>
              </a:defRPr>
            </a:lvl1pPr>
          </a:lstStyle>
          <a:p>
            <a:fld id="{6A4B53A7-3209-46A6-9454-F38EAC8F11E7}" type="datetimeFigureOut">
              <a:rPr lang="en-US" smtClean="0"/>
              <a:pPr/>
              <a:t>12/2/2023</a:t>
            </a:fld>
            <a:endParaRPr lang="en-US" dirty="0"/>
          </a:p>
        </p:txBody>
      </p:sp>
      <p:sp>
        <p:nvSpPr>
          <p:cNvPr id="5" name="Footer Placeholder 4">
            <a:extLst>
              <a:ext uri="{FF2B5EF4-FFF2-40B4-BE49-F238E27FC236}">
                <a16:creationId xmlns:a16="http://schemas.microsoft.com/office/drawing/2014/main" id="{609AC0B6-4CC4-4E41-8A4D-F62E17F2857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i="0" cap="all" spc="100" baseline="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6C0E9BD-90BD-46AE-8A0D-06796ADB76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1" i="0" cap="all" spc="100" baseline="0">
                <a:solidFill>
                  <a:schemeClr val="tx1">
                    <a:tint val="75000"/>
                  </a:schemeClr>
                </a:solidFill>
              </a:defRPr>
            </a:lvl1pPr>
          </a:lstStyle>
          <a:p>
            <a:fld id="{27CE633F-9882-4A5C-83A2-1109D0C73261}" type="slidenum">
              <a:rPr lang="en-US" smtClean="0"/>
              <a:pPr/>
              <a:t>‹#›</a:t>
            </a:fld>
            <a:endParaRPr lang="en-US"/>
          </a:p>
        </p:txBody>
      </p:sp>
    </p:spTree>
    <p:extLst>
      <p:ext uri="{BB962C8B-B14F-4D97-AF65-F5344CB8AC3E}">
        <p14:creationId xmlns:p14="http://schemas.microsoft.com/office/powerpoint/2010/main" val="3157098222"/>
      </p:ext>
    </p:extLst>
  </p:cSld>
  <p:clrMap bg1="lt1" tx1="dk1" bg2="lt2" tx2="dk2" accent1="accent1" accent2="accent2" accent3="accent3" accent4="accent4" accent5="accent5" accent6="accent6" hlink="hlink" folHlink="folHlink"/>
  <p:sldLayoutIdLst>
    <p:sldLayoutId id="2147483823" r:id="rId1"/>
    <p:sldLayoutId id="2147483824" r:id="rId2"/>
    <p:sldLayoutId id="2147483825" r:id="rId3"/>
    <p:sldLayoutId id="2147483826" r:id="rId4"/>
    <p:sldLayoutId id="2147483827" r:id="rId5"/>
    <p:sldLayoutId id="2147483821" r:id="rId6"/>
    <p:sldLayoutId id="2147483817" r:id="rId7"/>
    <p:sldLayoutId id="2147483818" r:id="rId8"/>
    <p:sldLayoutId id="2147483819" r:id="rId9"/>
    <p:sldLayoutId id="2147483820" r:id="rId10"/>
    <p:sldLayoutId id="214748382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2" name="Rectangle 101">
            <a:extLst>
              <a:ext uri="{FF2B5EF4-FFF2-40B4-BE49-F238E27FC236}">
                <a16:creationId xmlns:a16="http://schemas.microsoft.com/office/drawing/2014/main" id="{DCE1AED4-C7FF-4468-BF54-4470A0A3E2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Cars driving on a street&#10;&#10;Description automatically generated">
            <a:extLst>
              <a:ext uri="{FF2B5EF4-FFF2-40B4-BE49-F238E27FC236}">
                <a16:creationId xmlns:a16="http://schemas.microsoft.com/office/drawing/2014/main" id="{4CC4A064-5239-A3BB-D897-298BE83D7DCA}"/>
              </a:ext>
            </a:extLst>
          </p:cNvPr>
          <p:cNvPicPr>
            <a:picLocks noChangeAspect="1"/>
          </p:cNvPicPr>
          <p:nvPr/>
        </p:nvPicPr>
        <p:blipFill rotWithShape="1">
          <a:blip r:embed="rId2"/>
          <a:srcRect l="25"/>
          <a:stretch/>
        </p:blipFill>
        <p:spPr>
          <a:xfrm>
            <a:off x="1" y="10"/>
            <a:ext cx="12192000" cy="6857990"/>
          </a:xfrm>
          <a:prstGeom prst="rect">
            <a:avLst/>
          </a:prstGeom>
        </p:spPr>
      </p:pic>
      <p:sp>
        <p:nvSpPr>
          <p:cNvPr id="103" name="Rectangle 102">
            <a:extLst>
              <a:ext uri="{FF2B5EF4-FFF2-40B4-BE49-F238E27FC236}">
                <a16:creationId xmlns:a16="http://schemas.microsoft.com/office/drawing/2014/main" id="{BDE94FAB-AA60-43B4-A2C3-3A940B9A95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 y="4530071"/>
            <a:ext cx="12191999" cy="2327926"/>
          </a:xfrm>
          <a:prstGeom prst="rect">
            <a:avLst/>
          </a:prstGeom>
          <a:gradFill flip="none" rotWithShape="1">
            <a:gsLst>
              <a:gs pos="44000">
                <a:schemeClr val="tx1">
                  <a:alpha val="40000"/>
                </a:schemeClr>
              </a:gs>
              <a:gs pos="100000">
                <a:schemeClr val="tx1">
                  <a:alpha val="70000"/>
                </a:schemeClr>
              </a:gs>
              <a:gs pos="0">
                <a:schemeClr val="tx1">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1524000" y="4094749"/>
            <a:ext cx="9144000" cy="1152663"/>
          </a:xfrm>
        </p:spPr>
        <p:txBody>
          <a:bodyPr>
            <a:normAutofit/>
          </a:bodyPr>
          <a:lstStyle/>
          <a:p>
            <a:pPr algn="ctr"/>
            <a:r>
              <a:rPr lang="en-US" sz="4400" dirty="0">
                <a:ln>
                  <a:solidFill>
                    <a:srgbClr val="000000">
                      <a:lumMod val="75000"/>
                      <a:lumOff val="25000"/>
                      <a:alpha val="10000"/>
                    </a:srgbClr>
                  </a:solidFill>
                </a:ln>
                <a:solidFill>
                  <a:schemeClr val="bg1"/>
                </a:solidFill>
                <a:effectLst>
                  <a:outerShdw blurRad="9525" dist="25400" dir="14640000" algn="tl" rotWithShape="0">
                    <a:srgbClr val="000000">
                      <a:alpha val="30000"/>
                    </a:srgbClr>
                  </a:outerShdw>
                </a:effectLst>
                <a:latin typeface="Gill Sans MT"/>
              </a:rPr>
              <a:t>Moving Object Detection</a:t>
            </a:r>
            <a:endParaRPr lang="en-US" sz="4400" dirty="0">
              <a:solidFill>
                <a:schemeClr val="bg1"/>
              </a:solidFill>
              <a:latin typeface="Gill Sans MT"/>
            </a:endParaRPr>
          </a:p>
        </p:txBody>
      </p:sp>
      <p:sp>
        <p:nvSpPr>
          <p:cNvPr id="3" name="Subtitle 2"/>
          <p:cNvSpPr>
            <a:spLocks noGrp="1"/>
          </p:cNvSpPr>
          <p:nvPr>
            <p:ph type="subTitle" idx="1"/>
          </p:nvPr>
        </p:nvSpPr>
        <p:spPr>
          <a:xfrm>
            <a:off x="1524000" y="5314493"/>
            <a:ext cx="9144000" cy="657517"/>
          </a:xfrm>
        </p:spPr>
        <p:txBody>
          <a:bodyPr vert="horz" lIns="91440" tIns="45720" rIns="91440" bIns="45720" rtlCol="0" anchor="t">
            <a:noAutofit/>
          </a:bodyPr>
          <a:lstStyle/>
          <a:p>
            <a:pPr algn="ctr"/>
            <a:r>
              <a:rPr lang="en-US" sz="2000" dirty="0">
                <a:ln>
                  <a:solidFill>
                    <a:srgbClr val="000000">
                      <a:lumMod val="75000"/>
                      <a:lumOff val="25000"/>
                      <a:alpha val="10000"/>
                    </a:srgbClr>
                  </a:solidFill>
                </a:ln>
                <a:solidFill>
                  <a:schemeClr val="bg1"/>
                </a:solidFill>
                <a:effectLst>
                  <a:outerShdw blurRad="9525" dist="25400" dir="14640000" algn="tl" rotWithShape="0">
                    <a:srgbClr val="000000">
                      <a:alpha val="30000"/>
                    </a:srgbClr>
                  </a:outerShdw>
                </a:effectLst>
                <a:latin typeface="Gill Sans MT"/>
              </a:rPr>
              <a:t>Based On Background Subtraction Using Energy Function</a:t>
            </a:r>
          </a:p>
          <a:p>
            <a:pPr algn="ctr"/>
            <a:r>
              <a:rPr lang="en-US" sz="2000" dirty="0">
                <a:ln>
                  <a:solidFill>
                    <a:srgbClr val="000000">
                      <a:lumMod val="75000"/>
                      <a:lumOff val="25000"/>
                      <a:alpha val="10000"/>
                    </a:srgbClr>
                  </a:solidFill>
                </a:ln>
                <a:solidFill>
                  <a:schemeClr val="bg1"/>
                </a:solidFill>
                <a:effectLst>
                  <a:outerShdw blurRad="9525" dist="25400" dir="14640000" algn="tl" rotWithShape="0">
                    <a:srgbClr val="000000">
                      <a:alpha val="30000"/>
                    </a:srgbClr>
                  </a:outerShdw>
                </a:effectLst>
                <a:latin typeface="Gill Sans MT"/>
              </a:rPr>
              <a:t>Supervised By – Manas Ghosh (Assistant Professor)</a:t>
            </a:r>
          </a:p>
          <a:p>
            <a:pPr algn="ctr"/>
            <a:endParaRPr lang="en-US" sz="1500">
              <a:ln>
                <a:solidFill>
                  <a:srgbClr val="000000">
                    <a:lumMod val="75000"/>
                    <a:lumOff val="25000"/>
                    <a:alpha val="10000"/>
                  </a:srgbClr>
                </a:solidFill>
              </a:ln>
              <a:solidFill>
                <a:schemeClr val="bg1"/>
              </a:solidFill>
              <a:effectLst>
                <a:outerShdw blurRad="9525" dist="25400" dir="14640000" algn="tl" rotWithShape="0">
                  <a:srgbClr val="000000">
                    <a:alpha val="30000"/>
                  </a:srgbClr>
                </a:outerShdw>
              </a:effectLst>
            </a:endParaRPr>
          </a:p>
        </p:txBody>
      </p:sp>
    </p:spTree>
    <p:extLst>
      <p:ext uri="{BB962C8B-B14F-4D97-AF65-F5344CB8AC3E}">
        <p14:creationId xmlns:p14="http://schemas.microsoft.com/office/powerpoint/2010/main" val="109857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0"/>
                                  </p:stCondLst>
                                  <p:iterate type="lt">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4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2000"/>
                                  </p:stCondLst>
                                  <p:iterate type="lt">
                                    <p:tmPct val="10000"/>
                                  </p:iterate>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400"/>
                                        <p:tgtEl>
                                          <p:spTgt spid="3">
                                            <p:txEl>
                                              <p:pRg st="1" end="1"/>
                                            </p:txEl>
                                          </p:spTgt>
                                        </p:tgtEl>
                                      </p:cBhvr>
                                    </p:animEffect>
                                  </p:childTnLst>
                                </p:cTn>
                              </p:par>
                              <p:par>
                                <p:cTn id="13" presetID="10" presetClass="entr" presetSubtype="0" fill="hold" grpId="0" nodeType="withEffect">
                                  <p:stCondLst>
                                    <p:cond delay="1000"/>
                                  </p:stCondLst>
                                  <p:iterate type="lt">
                                    <p:tmPct val="10000"/>
                                  </p:iterate>
                                  <p:childTnLst>
                                    <p:set>
                                      <p:cBhvr>
                                        <p:cTn id="14" dur="1" fill="hold">
                                          <p:stCondLst>
                                            <p:cond delay="0"/>
                                          </p:stCondLst>
                                        </p:cTn>
                                        <p:tgtEl>
                                          <p:spTgt spid="2"/>
                                        </p:tgtEl>
                                        <p:attrNameLst>
                                          <p:attrName>style.visibility</p:attrName>
                                        </p:attrNameLst>
                                      </p:cBhvr>
                                      <p:to>
                                        <p:strVal val="visible"/>
                                      </p:to>
                                    </p:set>
                                    <p:animEffect transition="in" filter="fade">
                                      <p:cBhvr>
                                        <p:cTn id="15"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4" name="Rectangle 63">
            <a:extLst>
              <a:ext uri="{FF2B5EF4-FFF2-40B4-BE49-F238E27FC236}">
                <a16:creationId xmlns:a16="http://schemas.microsoft.com/office/drawing/2014/main" id="{7EE0A6B3-EB7E-45AA-ADB6-138489E0CD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a:extLst>
              <a:ext uri="{FF2B5EF4-FFF2-40B4-BE49-F238E27FC236}">
                <a16:creationId xmlns:a16="http://schemas.microsoft.com/office/drawing/2014/main" id="{0C0EA1AB-DC8C-4976-9474-9313A673D4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8000"/>
          </a:xfrm>
          <a:prstGeom prst="rect">
            <a:avLst/>
          </a:prstGeom>
          <a:gradFill flip="none" rotWithShape="1">
            <a:gsLst>
              <a:gs pos="100000">
                <a:schemeClr val="accent4"/>
              </a:gs>
              <a:gs pos="0">
                <a:schemeClr val="accent2"/>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Univers"/>
              <a:ea typeface="+mn-ea"/>
              <a:cs typeface="+mn-cs"/>
            </a:endParaRPr>
          </a:p>
        </p:txBody>
      </p:sp>
      <p:pic>
        <p:nvPicPr>
          <p:cNvPr id="66" name="Picture 65" descr="Commuters overlayed with colourful bokeh at night">
            <a:extLst>
              <a:ext uri="{FF2B5EF4-FFF2-40B4-BE49-F238E27FC236}">
                <a16:creationId xmlns:a16="http://schemas.microsoft.com/office/drawing/2014/main" id="{42ECB811-BC10-96FC-EC6F-52E9773459EA}"/>
              </a:ext>
            </a:extLst>
          </p:cNvPr>
          <p:cNvPicPr>
            <a:picLocks noChangeAspect="1"/>
          </p:cNvPicPr>
          <p:nvPr/>
        </p:nvPicPr>
        <p:blipFill rotWithShape="1">
          <a:blip r:embed="rId2">
            <a:duotone>
              <a:schemeClr val="accent1">
                <a:shade val="45000"/>
                <a:satMod val="135000"/>
              </a:schemeClr>
              <a:prstClr val="white"/>
            </a:duotone>
            <a:alphaModFix amt="35000"/>
          </a:blip>
          <a:srcRect t="4599" r="-2" b="11127"/>
          <a:stretch/>
        </p:blipFill>
        <p:spPr>
          <a:xfrm>
            <a:off x="20" y="-8877"/>
            <a:ext cx="12191980" cy="6858000"/>
          </a:xfrm>
          <a:prstGeom prst="rect">
            <a:avLst/>
          </a:prstGeom>
        </p:spPr>
      </p:pic>
      <p:sp>
        <p:nvSpPr>
          <p:cNvPr id="2" name="Title 1">
            <a:extLst>
              <a:ext uri="{FF2B5EF4-FFF2-40B4-BE49-F238E27FC236}">
                <a16:creationId xmlns:a16="http://schemas.microsoft.com/office/drawing/2014/main" id="{5BD9B57E-5E66-EE1D-3153-8CC133A91152}"/>
              </a:ext>
            </a:extLst>
          </p:cNvPr>
          <p:cNvSpPr>
            <a:spLocks noGrp="1"/>
          </p:cNvSpPr>
          <p:nvPr>
            <p:ph type="title"/>
          </p:nvPr>
        </p:nvSpPr>
        <p:spPr>
          <a:xfrm>
            <a:off x="1188069" y="639512"/>
            <a:ext cx="10109758" cy="1099883"/>
          </a:xfrm>
        </p:spPr>
        <p:txBody>
          <a:bodyPr vert="horz" lIns="91440" tIns="45720" rIns="91440" bIns="45720" rtlCol="0" anchor="b">
            <a:normAutofit/>
          </a:bodyPr>
          <a:lstStyle/>
          <a:p>
            <a:r>
              <a:rPr lang="en-US" sz="2900" b="1" kern="1200" cap="all" dirty="0">
                <a:solidFill>
                  <a:srgbClr val="FFFFFF"/>
                </a:solidFill>
                <a:latin typeface="+mj-lt"/>
                <a:ea typeface="+mj-ea"/>
                <a:cs typeface="+mj-cs"/>
              </a:rPr>
              <a:t>RCCIIT Information Of  Technolgy</a:t>
            </a:r>
            <a:br>
              <a:rPr lang="en-US" sz="2900" b="1" kern="1200" cap="all">
                <a:solidFill>
                  <a:srgbClr val="FFFFFF"/>
                </a:solidFill>
                <a:latin typeface="+mj-lt"/>
                <a:ea typeface="+mj-ea"/>
                <a:cs typeface="+mj-cs"/>
              </a:rPr>
            </a:br>
            <a:r>
              <a:rPr lang="en-US" sz="2900" b="1" kern="1200" cap="all" dirty="0">
                <a:solidFill>
                  <a:srgbClr val="FFFFFF"/>
                </a:solidFill>
                <a:latin typeface="+mj-lt"/>
                <a:ea typeface="+mj-ea"/>
                <a:cs typeface="+mj-cs"/>
              </a:rPr>
              <a:t>Canal south road, </a:t>
            </a:r>
            <a:r>
              <a:rPr lang="en-US" sz="2900" b="1" kern="1200" cap="all" dirty="0" err="1">
                <a:solidFill>
                  <a:srgbClr val="FFFFFF"/>
                </a:solidFill>
                <a:latin typeface="+mj-lt"/>
                <a:ea typeface="+mj-ea"/>
                <a:cs typeface="+mj-cs"/>
              </a:rPr>
              <a:t>beliaghata</a:t>
            </a:r>
            <a:r>
              <a:rPr lang="en-US" sz="2900" b="1" kern="1200" cap="all" dirty="0">
                <a:solidFill>
                  <a:srgbClr val="FFFFFF"/>
                </a:solidFill>
                <a:latin typeface="+mj-lt"/>
                <a:ea typeface="+mj-ea"/>
                <a:cs typeface="+mj-cs"/>
              </a:rPr>
              <a:t>, kol-700015</a:t>
            </a:r>
            <a:endParaRPr lang="en-US" sz="2900" b="1" i="0" kern="1200" cap="all" baseline="0" dirty="0">
              <a:solidFill>
                <a:srgbClr val="FFFFFF"/>
              </a:solidFill>
              <a:latin typeface="+mj-lt"/>
              <a:ea typeface="+mj-ea"/>
              <a:cs typeface="+mj-cs"/>
            </a:endParaRPr>
          </a:p>
        </p:txBody>
      </p:sp>
      <p:sp>
        <p:nvSpPr>
          <p:cNvPr id="67"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13369"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rgbClr val="FFFFFF"/>
          </a:solidFill>
          <a:ln w="77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nivers"/>
              <a:ea typeface="+mn-ea"/>
              <a:cs typeface="+mn-cs"/>
            </a:endParaRPr>
          </a:p>
        </p:txBody>
      </p:sp>
      <p:sp>
        <p:nvSpPr>
          <p:cNvPr id="68"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55951"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rgbClr val="FFFFFF"/>
          </a:solidFill>
          <a:ln w="5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nivers"/>
              <a:ea typeface="+mn-ea"/>
              <a:cs typeface="+mn-cs"/>
            </a:endParaRPr>
          </a:p>
        </p:txBody>
      </p:sp>
      <p:sp>
        <p:nvSpPr>
          <p:cNvPr id="69"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94200"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rgbClr val="FFFFFF"/>
          </a:solidFill>
          <a:ln w="75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nivers"/>
              <a:ea typeface="+mn-ea"/>
              <a:cs typeface="+mn-cs"/>
            </a:endParaRPr>
          </a:p>
        </p:txBody>
      </p:sp>
      <p:cxnSp>
        <p:nvCxnSpPr>
          <p:cNvPr id="63" name="Straight Connector">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23622" y="3610394"/>
            <a:ext cx="0" cy="3238728"/>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sp>
        <p:nvSpPr>
          <p:cNvPr id="70" name="TextBox 69">
            <a:extLst>
              <a:ext uri="{FF2B5EF4-FFF2-40B4-BE49-F238E27FC236}">
                <a16:creationId xmlns:a16="http://schemas.microsoft.com/office/drawing/2014/main" id="{457D4804-C8DA-C154-4D88-575D1B09DFEB}"/>
              </a:ext>
            </a:extLst>
          </p:cNvPr>
          <p:cNvSpPr txBox="1"/>
          <p:nvPr/>
        </p:nvSpPr>
        <p:spPr>
          <a:xfrm>
            <a:off x="1188069" y="2295496"/>
            <a:ext cx="5366041" cy="2809114"/>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indent="-228600">
              <a:lnSpc>
                <a:spcPct val="90000"/>
              </a:lnSpc>
              <a:spcAft>
                <a:spcPts val="600"/>
              </a:spcAft>
              <a:buFont typeface="Arial" panose="020B0604020202020204" pitchFamily="34" charset="0"/>
              <a:buChar char="•"/>
            </a:pPr>
            <a:r>
              <a:rPr lang="en-US" sz="3200" b="1" dirty="0">
                <a:solidFill>
                  <a:srgbClr val="FFFFFF"/>
                </a:solidFill>
              </a:rPr>
              <a:t>Group Members </a:t>
            </a:r>
          </a:p>
          <a:p>
            <a:pPr indent="-228600">
              <a:lnSpc>
                <a:spcPct val="90000"/>
              </a:lnSpc>
              <a:spcAft>
                <a:spcPts val="600"/>
              </a:spcAft>
              <a:buFont typeface="Arial" panose="020B0604020202020204" pitchFamily="34" charset="0"/>
              <a:buChar char="•"/>
            </a:pPr>
            <a:endParaRPr lang="en-US" b="1">
              <a:solidFill>
                <a:srgbClr val="FFFFFF"/>
              </a:solidFill>
            </a:endParaRPr>
          </a:p>
          <a:p>
            <a:pPr marL="285750" indent="-228600">
              <a:lnSpc>
                <a:spcPct val="90000"/>
              </a:lnSpc>
              <a:spcAft>
                <a:spcPts val="600"/>
              </a:spcAft>
              <a:buFont typeface="Arial" panose="020B0604020202020204" pitchFamily="34" charset="0"/>
              <a:buChar char="•"/>
            </a:pPr>
            <a:r>
              <a:rPr lang="en-US" sz="2000" dirty="0">
                <a:solidFill>
                  <a:srgbClr val="FFFFFF"/>
                </a:solidFill>
              </a:rPr>
              <a:t>Adrija Mukherjee (11771022003)</a:t>
            </a:r>
          </a:p>
          <a:p>
            <a:pPr marL="285750" indent="-228600">
              <a:lnSpc>
                <a:spcPct val="90000"/>
              </a:lnSpc>
              <a:spcAft>
                <a:spcPts val="600"/>
              </a:spcAft>
              <a:buFont typeface="Arial" panose="020B0604020202020204" pitchFamily="34" charset="0"/>
              <a:buChar char="•"/>
            </a:pPr>
            <a:r>
              <a:rPr lang="en-US" sz="2000" dirty="0">
                <a:solidFill>
                  <a:srgbClr val="FFFFFF"/>
                </a:solidFill>
              </a:rPr>
              <a:t>Suman Naskar (11771022050)</a:t>
            </a:r>
          </a:p>
          <a:p>
            <a:pPr marL="285750" indent="-228600">
              <a:lnSpc>
                <a:spcPct val="90000"/>
              </a:lnSpc>
              <a:spcAft>
                <a:spcPts val="600"/>
              </a:spcAft>
              <a:buFont typeface="Arial" panose="020B0604020202020204" pitchFamily="34" charset="0"/>
              <a:buChar char="•"/>
            </a:pPr>
            <a:r>
              <a:rPr lang="en-US" sz="2000" err="1">
                <a:solidFill>
                  <a:srgbClr val="FFFFFF"/>
                </a:solidFill>
              </a:rPr>
              <a:t>Samanwaya</a:t>
            </a:r>
            <a:r>
              <a:rPr lang="en-US" sz="2000" dirty="0">
                <a:solidFill>
                  <a:srgbClr val="FFFFFF"/>
                </a:solidFill>
              </a:rPr>
              <a:t> Bhattacharya(11771022021)</a:t>
            </a:r>
          </a:p>
          <a:p>
            <a:pPr marL="285750" indent="-228600">
              <a:lnSpc>
                <a:spcPct val="90000"/>
              </a:lnSpc>
              <a:spcAft>
                <a:spcPts val="600"/>
              </a:spcAft>
              <a:buFont typeface="Arial" panose="020B0604020202020204" pitchFamily="34" charset="0"/>
              <a:buChar char="•"/>
            </a:pPr>
            <a:r>
              <a:rPr lang="en-US" sz="2000" dirty="0">
                <a:solidFill>
                  <a:srgbClr val="FFFFFF"/>
                </a:solidFill>
              </a:rPr>
              <a:t>Priyanka Dutta (11771022022)</a:t>
            </a:r>
          </a:p>
          <a:p>
            <a:pPr>
              <a:lnSpc>
                <a:spcPct val="90000"/>
              </a:lnSpc>
              <a:spcAft>
                <a:spcPts val="600"/>
              </a:spcAft>
            </a:pPr>
            <a:endParaRPr lang="en-US">
              <a:solidFill>
                <a:srgbClr val="FFFFFF"/>
              </a:solidFill>
            </a:endParaRPr>
          </a:p>
        </p:txBody>
      </p:sp>
    </p:spTree>
    <p:extLst>
      <p:ext uri="{BB962C8B-B14F-4D97-AF65-F5344CB8AC3E}">
        <p14:creationId xmlns:p14="http://schemas.microsoft.com/office/powerpoint/2010/main" val="37676703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2FD33B50-DCFC-4FC8-86E6-220C100422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a:extLst>
              <a:ext uri="{FF2B5EF4-FFF2-40B4-BE49-F238E27FC236}">
                <a16:creationId xmlns:a16="http://schemas.microsoft.com/office/drawing/2014/main" id="{B0C822EA-49C6-4B57-89F4-2F6A54365C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100000">
                <a:schemeClr val="accent4"/>
              </a:gs>
              <a:gs pos="0">
                <a:schemeClr val="accent2"/>
              </a:gs>
            </a:gsLst>
            <a:lin ang="12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Univers"/>
              <a:ea typeface="+mn-ea"/>
              <a:cs typeface="+mn-cs"/>
            </a:endParaRPr>
          </a:p>
        </p:txBody>
      </p:sp>
      <p:pic>
        <p:nvPicPr>
          <p:cNvPr id="8" name="Picture 7" descr="CPU with binary numbers and blueprint">
            <a:extLst>
              <a:ext uri="{FF2B5EF4-FFF2-40B4-BE49-F238E27FC236}">
                <a16:creationId xmlns:a16="http://schemas.microsoft.com/office/drawing/2014/main" id="{9BC229AA-39C1-9386-C424-F87C3B951C25}"/>
              </a:ext>
            </a:extLst>
          </p:cNvPr>
          <p:cNvPicPr>
            <a:picLocks noChangeAspect="1"/>
          </p:cNvPicPr>
          <p:nvPr/>
        </p:nvPicPr>
        <p:blipFill rotWithShape="1">
          <a:blip r:embed="rId2">
            <a:duotone>
              <a:schemeClr val="accent1">
                <a:shade val="45000"/>
                <a:satMod val="135000"/>
              </a:schemeClr>
              <a:prstClr val="white"/>
            </a:duotone>
            <a:alphaModFix amt="35000"/>
          </a:blip>
          <a:srcRect r="-2" b="-2"/>
          <a:stretch/>
        </p:blipFill>
        <p:spPr>
          <a:xfrm>
            <a:off x="20" y="1855"/>
            <a:ext cx="12191980" cy="6858000"/>
          </a:xfrm>
          <a:prstGeom prst="rect">
            <a:avLst/>
          </a:prstGeom>
        </p:spPr>
      </p:pic>
      <p:sp>
        <p:nvSpPr>
          <p:cNvPr id="2" name="Title 1">
            <a:extLst>
              <a:ext uri="{FF2B5EF4-FFF2-40B4-BE49-F238E27FC236}">
                <a16:creationId xmlns:a16="http://schemas.microsoft.com/office/drawing/2014/main" id="{CFE0816B-2CDD-7065-144C-F4F2E997A211}"/>
              </a:ext>
            </a:extLst>
          </p:cNvPr>
          <p:cNvSpPr>
            <a:spLocks noGrp="1"/>
          </p:cNvSpPr>
          <p:nvPr>
            <p:ph type="title"/>
          </p:nvPr>
        </p:nvSpPr>
        <p:spPr>
          <a:xfrm>
            <a:off x="3221930" y="687911"/>
            <a:ext cx="5243394" cy="5189746"/>
          </a:xfrm>
        </p:spPr>
        <p:txBody>
          <a:bodyPr anchor="t">
            <a:normAutofit/>
          </a:bodyPr>
          <a:lstStyle/>
          <a:p>
            <a:r>
              <a:rPr lang="en-US" sz="5000">
                <a:solidFill>
                  <a:srgbClr val="FFFFFF"/>
                </a:solidFill>
                <a:latin typeface="Gill Sans MT"/>
              </a:rPr>
              <a:t>INTRODUCTION</a:t>
            </a:r>
          </a:p>
        </p:txBody>
      </p:sp>
      <p:sp>
        <p:nvSpPr>
          <p:cNvPr id="10"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70016" y="740316"/>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nivers"/>
              <a:ea typeface="+mn-ea"/>
              <a:cs typeface="+mn-cs"/>
            </a:endParaRPr>
          </a:p>
        </p:txBody>
      </p:sp>
      <p:sp>
        <p:nvSpPr>
          <p:cNvPr id="12"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28796" y="969611"/>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nivers"/>
              <a:ea typeface="+mn-ea"/>
              <a:cs typeface="+mn-cs"/>
            </a:endParaRPr>
          </a:p>
        </p:txBody>
      </p:sp>
      <p:sp>
        <p:nvSpPr>
          <p:cNvPr id="14"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54476" y="14847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nivers"/>
              <a:ea typeface="+mn-ea"/>
              <a:cs typeface="+mn-cs"/>
            </a:endParaRPr>
          </a:p>
        </p:txBody>
      </p:sp>
      <p:cxnSp>
        <p:nvCxnSpPr>
          <p:cNvPr id="16" name="Straight Connector">
            <a:extLst>
              <a:ext uri="{FF2B5EF4-FFF2-40B4-BE49-F238E27FC236}">
                <a16:creationId xmlns:a16="http://schemas.microsoft.com/office/drawing/2014/main" id="{C27ECE09-20A7-4AE8-973B-F66776C1113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23622" y="3610394"/>
            <a:ext cx="0" cy="3238728"/>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081B7268-28F3-41B8-9AD3-9384D594C218}"/>
              </a:ext>
            </a:extLst>
          </p:cNvPr>
          <p:cNvSpPr>
            <a:spLocks noGrp="1"/>
          </p:cNvSpPr>
          <p:nvPr>
            <p:ph idx="1"/>
          </p:nvPr>
        </p:nvSpPr>
        <p:spPr>
          <a:xfrm>
            <a:off x="886198" y="2179713"/>
            <a:ext cx="8385518" cy="3326706"/>
          </a:xfrm>
        </p:spPr>
        <p:txBody>
          <a:bodyPr vert="horz" lIns="91440" tIns="45720" rIns="91440" bIns="45720" rtlCol="0" anchor="b">
            <a:normAutofit/>
          </a:bodyPr>
          <a:lstStyle/>
          <a:p>
            <a:pPr marL="0" indent="0">
              <a:buNone/>
            </a:pPr>
            <a:r>
              <a:rPr lang="en-US" sz="2000" dirty="0">
                <a:solidFill>
                  <a:srgbClr val="FFFFFF"/>
                </a:solidFill>
                <a:latin typeface="Times New Roman"/>
                <a:ea typeface="+mn-lt"/>
                <a:cs typeface="+mn-lt"/>
              </a:rPr>
              <a:t>In this presentation, we will explore the advancements in moving object detection through energy-based background subtraction. We will delve into the techniques and technologies that enable enhanced vision and improved object recognition.</a:t>
            </a:r>
            <a:endParaRPr lang="en-US" sz="2000" dirty="0">
              <a:solidFill>
                <a:srgbClr val="FFFFFF"/>
              </a:solidFill>
              <a:latin typeface="Times New Roman"/>
              <a:cs typeface="Times New Roman"/>
            </a:endParaRPr>
          </a:p>
          <a:p>
            <a:r>
              <a:rPr lang="en-US" sz="2000" dirty="0">
                <a:solidFill>
                  <a:srgbClr val="FFFFFF"/>
                </a:solidFill>
                <a:latin typeface="Times New Roman"/>
              </a:rPr>
              <a:t>Traditional Algorithms – VJ Detector Algorithm , HOG Algorithm, DPM Algorithm.</a:t>
            </a:r>
            <a:endParaRPr lang="en-US" sz="2000" dirty="0">
              <a:solidFill>
                <a:srgbClr val="FFFFFF"/>
              </a:solidFill>
              <a:latin typeface="Times New Roman"/>
              <a:cs typeface="Times New Roman"/>
            </a:endParaRPr>
          </a:p>
          <a:p>
            <a:r>
              <a:rPr lang="en-US" sz="2000" dirty="0">
                <a:solidFill>
                  <a:srgbClr val="FFFFFF"/>
                </a:solidFill>
                <a:latin typeface="Times New Roman"/>
                <a:cs typeface="Times New Roman"/>
              </a:rPr>
              <a:t>Deep Learning Algorithms - RCNN, </a:t>
            </a:r>
            <a:r>
              <a:rPr lang="en-US" sz="2000" err="1">
                <a:solidFill>
                  <a:srgbClr val="FFFFFF"/>
                </a:solidFill>
                <a:latin typeface="Times New Roman"/>
                <a:cs typeface="Times New Roman"/>
              </a:rPr>
              <a:t>SPPNet</a:t>
            </a:r>
            <a:r>
              <a:rPr lang="en-US" sz="2000" dirty="0">
                <a:solidFill>
                  <a:srgbClr val="FFFFFF"/>
                </a:solidFill>
                <a:latin typeface="Times New Roman"/>
                <a:cs typeface="Times New Roman"/>
              </a:rPr>
              <a:t>, SSD Algorithms. </a:t>
            </a:r>
          </a:p>
          <a:p>
            <a:pPr marL="0" indent="0">
              <a:buNone/>
            </a:pPr>
            <a:endParaRPr lang="en-US" sz="1800">
              <a:solidFill>
                <a:srgbClr val="FFFFFF"/>
              </a:solidFill>
              <a:latin typeface="Times New Roman"/>
              <a:cs typeface="Times New Roman"/>
            </a:endParaRPr>
          </a:p>
          <a:p>
            <a:pPr marL="0" indent="0">
              <a:buNone/>
            </a:pPr>
            <a:endParaRPr lang="en-US" sz="1800">
              <a:solidFill>
                <a:srgbClr val="FFFFFF"/>
              </a:solidFill>
            </a:endParaRPr>
          </a:p>
        </p:txBody>
      </p:sp>
    </p:spTree>
    <p:extLst>
      <p:ext uri="{BB962C8B-B14F-4D97-AF65-F5344CB8AC3E}">
        <p14:creationId xmlns:p14="http://schemas.microsoft.com/office/powerpoint/2010/main" val="600457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24" name="Straight Connector 23">
            <a:extLst>
              <a:ext uri="{FF2B5EF4-FFF2-40B4-BE49-F238E27FC236}">
                <a16:creationId xmlns:a16="http://schemas.microsoft.com/office/drawing/2014/main" id="{D1B787A8-0D67-4B7E-9B48-86BD906AB6B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5890" y="1114050"/>
            <a:ext cx="0" cy="5735637"/>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useBgFill="1">
        <p:nvSpPr>
          <p:cNvPr id="25" name="Rectangle 24">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Question mark on green pastel background">
            <a:extLst>
              <a:ext uri="{FF2B5EF4-FFF2-40B4-BE49-F238E27FC236}">
                <a16:creationId xmlns:a16="http://schemas.microsoft.com/office/drawing/2014/main" id="{CACAFA62-BC89-50C9-B6B3-C4ACA526E5B2}"/>
              </a:ext>
            </a:extLst>
          </p:cNvPr>
          <p:cNvPicPr>
            <a:picLocks noChangeAspect="1"/>
          </p:cNvPicPr>
          <p:nvPr/>
        </p:nvPicPr>
        <p:blipFill rotWithShape="1">
          <a:blip r:embed="rId2"/>
          <a:srcRect t="5018" b="19982"/>
          <a:stretch/>
        </p:blipFill>
        <p:spPr>
          <a:xfrm>
            <a:off x="20" y="10"/>
            <a:ext cx="12188932" cy="6857990"/>
          </a:xfrm>
          <a:prstGeom prst="rect">
            <a:avLst/>
          </a:prstGeom>
        </p:spPr>
      </p:pic>
      <p:sp>
        <p:nvSpPr>
          <p:cNvPr id="26" name="Rectangle 25">
            <a:extLst>
              <a:ext uri="{FF2B5EF4-FFF2-40B4-BE49-F238E27FC236}">
                <a16:creationId xmlns:a16="http://schemas.microsoft.com/office/drawing/2014/main" id="{A44CD100-6267-4E62-AA64-2182A3A6A1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bg1">
                  <a:alpha val="30000"/>
                </a:schemeClr>
              </a:gs>
              <a:gs pos="33000">
                <a:schemeClr val="bg1">
                  <a:alpha val="20000"/>
                </a:schemeClr>
              </a:gs>
              <a:gs pos="0">
                <a:schemeClr val="bg1">
                  <a:alpha val="0"/>
                </a:schemeClr>
              </a:gs>
              <a:gs pos="100000">
                <a:schemeClr val="bg1">
                  <a:alpha val="3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9F999F1-CF13-0795-A099-7371E457D5FA}"/>
              </a:ext>
            </a:extLst>
          </p:cNvPr>
          <p:cNvSpPr>
            <a:spLocks noGrp="1"/>
          </p:cNvSpPr>
          <p:nvPr>
            <p:ph type="title"/>
          </p:nvPr>
        </p:nvSpPr>
        <p:spPr>
          <a:xfrm>
            <a:off x="316995" y="1261882"/>
            <a:ext cx="5783471" cy="645009"/>
          </a:xfrm>
        </p:spPr>
        <p:txBody>
          <a:bodyPr vert="horz" lIns="91440" tIns="45720" rIns="91440" bIns="45720" rtlCol="0" anchor="b">
            <a:normAutofit/>
          </a:bodyPr>
          <a:lstStyle/>
          <a:p>
            <a:r>
              <a:rPr lang="en-US" sz="3200" b="1" cap="all" dirty="0"/>
              <a:t>AIM  </a:t>
            </a:r>
            <a:r>
              <a:rPr lang="en-US" sz="2400" b="1" i="0" kern="1200" cap="all" baseline="0" dirty="0">
                <a:latin typeface="+mj-lt"/>
                <a:ea typeface="+mj-ea"/>
                <a:cs typeface="+mj-cs"/>
              </a:rPr>
              <a:t>(</a:t>
            </a:r>
            <a:r>
              <a:rPr lang="en-US" sz="2400" b="1" cap="all" dirty="0"/>
              <a:t>Problem Definition</a:t>
            </a:r>
            <a:r>
              <a:rPr lang="en-US" sz="2400" b="1" i="0" kern="1200" cap="all" baseline="0" dirty="0">
                <a:latin typeface="+mj-lt"/>
                <a:ea typeface="+mj-ea"/>
                <a:cs typeface="+mj-cs"/>
              </a:rPr>
              <a:t>)</a:t>
            </a:r>
            <a:endParaRPr lang="en-US" sz="2400" b="1" i="0" kern="1200" cap="all" baseline="0" dirty="0">
              <a:latin typeface="+mj-lt"/>
            </a:endParaRPr>
          </a:p>
        </p:txBody>
      </p:sp>
      <p:sp>
        <p:nvSpPr>
          <p:cNvPr id="4" name="TextBox 3">
            <a:extLst>
              <a:ext uri="{FF2B5EF4-FFF2-40B4-BE49-F238E27FC236}">
                <a16:creationId xmlns:a16="http://schemas.microsoft.com/office/drawing/2014/main" id="{7BB39C6B-2295-192A-993D-A4FEC99EFD8F}"/>
              </a:ext>
            </a:extLst>
          </p:cNvPr>
          <p:cNvSpPr txBox="1"/>
          <p:nvPr/>
        </p:nvSpPr>
        <p:spPr>
          <a:xfrm>
            <a:off x="118056" y="2889696"/>
            <a:ext cx="8666408"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latin typeface="Times New Roman"/>
                <a:ea typeface="+mn-lt"/>
                <a:cs typeface="+mn-lt"/>
              </a:rPr>
              <a:t>Our aim was to build a system that should excel in accurately detecting and tracking moving objects against a non-changing backdrop, with a focus on the key challenges-Background Subtraction, Noise reduction and object tracking.</a:t>
            </a:r>
            <a:endParaRPr lang="en-US" sz="2400" dirty="0">
              <a:latin typeface="Times New Roman"/>
            </a:endParaRPr>
          </a:p>
        </p:txBody>
      </p:sp>
    </p:spTree>
    <p:extLst>
      <p:ext uri="{BB962C8B-B14F-4D97-AF65-F5344CB8AC3E}">
        <p14:creationId xmlns:p14="http://schemas.microsoft.com/office/powerpoint/2010/main" val="394509137"/>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16AC3602-3348-4F31-9E43-076B03514E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 name="Title 1">
            <a:extLst>
              <a:ext uri="{FF2B5EF4-FFF2-40B4-BE49-F238E27FC236}">
                <a16:creationId xmlns:a16="http://schemas.microsoft.com/office/drawing/2014/main" id="{F3DE3040-0683-08BD-1F88-836901464F9F}"/>
              </a:ext>
            </a:extLst>
          </p:cNvPr>
          <p:cNvSpPr>
            <a:spLocks noGrp="1"/>
          </p:cNvSpPr>
          <p:nvPr>
            <p:ph type="title"/>
          </p:nvPr>
        </p:nvSpPr>
        <p:spPr>
          <a:xfrm>
            <a:off x="3506755" y="365125"/>
            <a:ext cx="7161245" cy="1325563"/>
          </a:xfrm>
        </p:spPr>
        <p:txBody>
          <a:bodyPr>
            <a:normAutofit/>
          </a:bodyPr>
          <a:lstStyle/>
          <a:p>
            <a:r>
              <a:rPr lang="en-US" sz="3600">
                <a:latin typeface="Gill Sans MT"/>
              </a:rPr>
              <a:t>WORKFLOW DIAGRAM</a:t>
            </a:r>
          </a:p>
        </p:txBody>
      </p:sp>
      <p:sp>
        <p:nvSpPr>
          <p:cNvPr id="38" name="Graphic 11">
            <a:extLst>
              <a:ext uri="{FF2B5EF4-FFF2-40B4-BE49-F238E27FC236}">
                <a16:creationId xmlns:a16="http://schemas.microsoft.com/office/drawing/2014/main" id="{394094B0-A6C9-44BE-9042-66EF0612F6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03882" y="59182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p>
        </p:txBody>
      </p:sp>
      <p:sp>
        <p:nvSpPr>
          <p:cNvPr id="40" name="Graphic 10">
            <a:extLst>
              <a:ext uri="{FF2B5EF4-FFF2-40B4-BE49-F238E27FC236}">
                <a16:creationId xmlns:a16="http://schemas.microsoft.com/office/drawing/2014/main" id="{64C2CA96-0B16-4AA7-B340-33044D2385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62662" y="82112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p>
        </p:txBody>
      </p:sp>
      <p:cxnSp>
        <p:nvCxnSpPr>
          <p:cNvPr id="42" name="Straight Connector 41">
            <a:extLst>
              <a:ext uri="{FF2B5EF4-FFF2-40B4-BE49-F238E27FC236}">
                <a16:creationId xmlns:a16="http://schemas.microsoft.com/office/drawing/2014/main" id="{94169334-264D-4176-8BDE-037249A61B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440" y="1027906"/>
            <a:ext cx="3408787" cy="0"/>
          </a:xfrm>
          <a:prstGeom prst="line">
            <a:avLst/>
          </a:prstGeom>
          <a:ln w="25400" cap="sq">
            <a:gradFill flip="none" rotWithShape="1">
              <a:gsLst>
                <a:gs pos="0">
                  <a:schemeClr val="accent2"/>
                </a:gs>
                <a:gs pos="100000">
                  <a:schemeClr val="accent4"/>
                </a:gs>
              </a:gsLst>
              <a:lin ang="0" scaled="1"/>
              <a:tileRect/>
            </a:gradFill>
            <a:bevel/>
          </a:ln>
        </p:spPr>
        <p:style>
          <a:lnRef idx="1">
            <a:schemeClr val="accent1"/>
          </a:lnRef>
          <a:fillRef idx="0">
            <a:schemeClr val="accent1"/>
          </a:fillRef>
          <a:effectRef idx="0">
            <a:schemeClr val="accent1"/>
          </a:effectRef>
          <a:fontRef idx="minor">
            <a:schemeClr val="tx1"/>
          </a:fontRef>
        </p:style>
      </p:cxnSp>
      <p:sp>
        <p:nvSpPr>
          <p:cNvPr id="44" name="Graphic 12">
            <a:extLst>
              <a:ext uri="{FF2B5EF4-FFF2-40B4-BE49-F238E27FC236}">
                <a16:creationId xmlns:a16="http://schemas.microsoft.com/office/drawing/2014/main" id="{1D50D7A8-F1D5-4306-8A9B-DD7A73EB8B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88342" y="1336268"/>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p>
        </p:txBody>
      </p:sp>
      <p:graphicFrame>
        <p:nvGraphicFramePr>
          <p:cNvPr id="18" name="Diagram 17">
            <a:extLst>
              <a:ext uri="{FF2B5EF4-FFF2-40B4-BE49-F238E27FC236}">
                <a16:creationId xmlns:a16="http://schemas.microsoft.com/office/drawing/2014/main" id="{960B9F5E-DAAD-4FC6-D556-6C7531D981EB}"/>
              </a:ext>
            </a:extLst>
          </p:cNvPr>
          <p:cNvGraphicFramePr/>
          <p:nvPr>
            <p:extLst>
              <p:ext uri="{D42A27DB-BD31-4B8C-83A1-F6EECF244321}">
                <p14:modId xmlns:p14="http://schemas.microsoft.com/office/powerpoint/2010/main" val="1770510406"/>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505481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0BE790-4F71-7423-ECD5-30FF24F6E3E5}"/>
              </a:ext>
            </a:extLst>
          </p:cNvPr>
          <p:cNvSpPr>
            <a:spLocks noGrp="1"/>
          </p:cNvSpPr>
          <p:nvPr>
            <p:ph type="title"/>
          </p:nvPr>
        </p:nvSpPr>
        <p:spPr>
          <a:xfrm>
            <a:off x="838200" y="365125"/>
            <a:ext cx="10515600" cy="1067986"/>
          </a:xfrm>
        </p:spPr>
        <p:txBody>
          <a:bodyPr>
            <a:normAutofit/>
          </a:bodyPr>
          <a:lstStyle/>
          <a:p>
            <a:r>
              <a:rPr lang="en-US" sz="2800" dirty="0">
                <a:latin typeface="Times New Roman"/>
                <a:cs typeface="Times New Roman"/>
              </a:rPr>
              <a:t>Experimental Results </a:t>
            </a:r>
          </a:p>
        </p:txBody>
      </p:sp>
      <p:pic>
        <p:nvPicPr>
          <p:cNvPr id="5" name="Picture 4" descr="A group of white figures&#10;&#10;Description automatically generated">
            <a:extLst>
              <a:ext uri="{FF2B5EF4-FFF2-40B4-BE49-F238E27FC236}">
                <a16:creationId xmlns:a16="http://schemas.microsoft.com/office/drawing/2014/main" id="{12A7D243-2C9F-30FC-1EF8-EFE5475E1B0B}"/>
              </a:ext>
            </a:extLst>
          </p:cNvPr>
          <p:cNvPicPr>
            <a:picLocks noChangeAspect="1"/>
          </p:cNvPicPr>
          <p:nvPr/>
        </p:nvPicPr>
        <p:blipFill>
          <a:blip r:embed="rId2"/>
          <a:stretch>
            <a:fillRect/>
          </a:stretch>
        </p:blipFill>
        <p:spPr>
          <a:xfrm>
            <a:off x="2672367" y="1376512"/>
            <a:ext cx="7201435" cy="1829711"/>
          </a:xfrm>
          <a:prstGeom prst="rect">
            <a:avLst/>
          </a:prstGeom>
        </p:spPr>
      </p:pic>
      <p:pic>
        <p:nvPicPr>
          <p:cNvPr id="6" name="Picture 5" descr="A group of white figures&#10;&#10;Description automatically generated">
            <a:extLst>
              <a:ext uri="{FF2B5EF4-FFF2-40B4-BE49-F238E27FC236}">
                <a16:creationId xmlns:a16="http://schemas.microsoft.com/office/drawing/2014/main" id="{DD4E5F3E-8C79-2D36-9E42-1C5988A3DB4F}"/>
              </a:ext>
            </a:extLst>
          </p:cNvPr>
          <p:cNvPicPr>
            <a:picLocks noChangeAspect="1"/>
          </p:cNvPicPr>
          <p:nvPr/>
        </p:nvPicPr>
        <p:blipFill>
          <a:blip r:embed="rId3"/>
          <a:stretch>
            <a:fillRect/>
          </a:stretch>
        </p:blipFill>
        <p:spPr>
          <a:xfrm>
            <a:off x="2672367" y="4191322"/>
            <a:ext cx="7158505" cy="1759470"/>
          </a:xfrm>
          <a:prstGeom prst="rect">
            <a:avLst/>
          </a:prstGeom>
        </p:spPr>
      </p:pic>
      <p:sp>
        <p:nvSpPr>
          <p:cNvPr id="7" name="TextBox 6">
            <a:extLst>
              <a:ext uri="{FF2B5EF4-FFF2-40B4-BE49-F238E27FC236}">
                <a16:creationId xmlns:a16="http://schemas.microsoft.com/office/drawing/2014/main" id="{A8D2A462-026E-D34B-EA3A-7E3DC6E34316}"/>
              </a:ext>
            </a:extLst>
          </p:cNvPr>
          <p:cNvSpPr txBox="1"/>
          <p:nvPr/>
        </p:nvSpPr>
        <p:spPr>
          <a:xfrm>
            <a:off x="3005070" y="3300211"/>
            <a:ext cx="160985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latin typeface="Times New Roman"/>
                <a:cs typeface="Times New Roman"/>
              </a:rPr>
              <a:t> Normal Image</a:t>
            </a:r>
          </a:p>
        </p:txBody>
      </p:sp>
      <p:sp>
        <p:nvSpPr>
          <p:cNvPr id="9" name="TextBox 8">
            <a:extLst>
              <a:ext uri="{FF2B5EF4-FFF2-40B4-BE49-F238E27FC236}">
                <a16:creationId xmlns:a16="http://schemas.microsoft.com/office/drawing/2014/main" id="{8B1148A9-E4A0-CF53-EEB5-9046C4813E22}"/>
              </a:ext>
            </a:extLst>
          </p:cNvPr>
          <p:cNvSpPr txBox="1"/>
          <p:nvPr/>
        </p:nvSpPr>
        <p:spPr>
          <a:xfrm>
            <a:off x="5333999" y="3300211"/>
            <a:ext cx="160985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latin typeface="Times New Roman"/>
                <a:cs typeface="Times New Roman"/>
              </a:rPr>
              <a:t>    Binary Image</a:t>
            </a:r>
          </a:p>
        </p:txBody>
      </p:sp>
      <p:sp>
        <p:nvSpPr>
          <p:cNvPr id="10" name="TextBox 9">
            <a:extLst>
              <a:ext uri="{FF2B5EF4-FFF2-40B4-BE49-F238E27FC236}">
                <a16:creationId xmlns:a16="http://schemas.microsoft.com/office/drawing/2014/main" id="{C87D3417-BAD4-71A6-B475-0682B56C66CC}"/>
              </a:ext>
            </a:extLst>
          </p:cNvPr>
          <p:cNvSpPr txBox="1"/>
          <p:nvPr/>
        </p:nvSpPr>
        <p:spPr>
          <a:xfrm>
            <a:off x="7577070" y="3300211"/>
            <a:ext cx="207135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latin typeface="Times New Roman"/>
                <a:cs typeface="Times New Roman"/>
              </a:rPr>
              <a:t>       Detected Object</a:t>
            </a:r>
          </a:p>
        </p:txBody>
      </p:sp>
      <p:sp>
        <p:nvSpPr>
          <p:cNvPr id="12" name="TextBox 11">
            <a:extLst>
              <a:ext uri="{FF2B5EF4-FFF2-40B4-BE49-F238E27FC236}">
                <a16:creationId xmlns:a16="http://schemas.microsoft.com/office/drawing/2014/main" id="{520BF747-5621-D403-7AB9-A28D327C8630}"/>
              </a:ext>
            </a:extLst>
          </p:cNvPr>
          <p:cNvSpPr txBox="1"/>
          <p:nvPr/>
        </p:nvSpPr>
        <p:spPr>
          <a:xfrm>
            <a:off x="3005070" y="6026239"/>
            <a:ext cx="160985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latin typeface="Times New Roman"/>
                <a:cs typeface="Times New Roman"/>
              </a:rPr>
              <a:t>   Normal Image</a:t>
            </a:r>
          </a:p>
        </p:txBody>
      </p:sp>
      <p:sp>
        <p:nvSpPr>
          <p:cNvPr id="13" name="TextBox 12">
            <a:extLst>
              <a:ext uri="{FF2B5EF4-FFF2-40B4-BE49-F238E27FC236}">
                <a16:creationId xmlns:a16="http://schemas.microsoft.com/office/drawing/2014/main" id="{0BB5C6D1-E685-A5B7-3E1F-23BA8B9FDA8D}"/>
              </a:ext>
            </a:extLst>
          </p:cNvPr>
          <p:cNvSpPr txBox="1"/>
          <p:nvPr/>
        </p:nvSpPr>
        <p:spPr>
          <a:xfrm>
            <a:off x="5151549" y="6026239"/>
            <a:ext cx="160985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latin typeface="Times New Roman"/>
                <a:cs typeface="Times New Roman"/>
              </a:rPr>
              <a:t>      Binary Image</a:t>
            </a:r>
          </a:p>
        </p:txBody>
      </p:sp>
      <p:sp>
        <p:nvSpPr>
          <p:cNvPr id="14" name="TextBox 13">
            <a:extLst>
              <a:ext uri="{FF2B5EF4-FFF2-40B4-BE49-F238E27FC236}">
                <a16:creationId xmlns:a16="http://schemas.microsoft.com/office/drawing/2014/main" id="{A71C3664-8B4F-A5B3-DFCE-BB5FB0291DB7}"/>
              </a:ext>
            </a:extLst>
          </p:cNvPr>
          <p:cNvSpPr txBox="1"/>
          <p:nvPr/>
        </p:nvSpPr>
        <p:spPr>
          <a:xfrm>
            <a:off x="7834647" y="6026239"/>
            <a:ext cx="160985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latin typeface="Times New Roman"/>
                <a:cs typeface="Times New Roman"/>
              </a:rPr>
              <a:t>   Detected Object</a:t>
            </a:r>
          </a:p>
        </p:txBody>
      </p:sp>
    </p:spTree>
    <p:extLst>
      <p:ext uri="{BB962C8B-B14F-4D97-AF65-F5344CB8AC3E}">
        <p14:creationId xmlns:p14="http://schemas.microsoft.com/office/powerpoint/2010/main" val="10832841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5CF0CC2-658D-4A87-9D2E-154B0ABE1B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a:extLst>
              <a:ext uri="{FF2B5EF4-FFF2-40B4-BE49-F238E27FC236}">
                <a16:creationId xmlns:a16="http://schemas.microsoft.com/office/drawing/2014/main" id="{796C2CE2-29C3-4EBD-A8BB-82C6CC0695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8000"/>
          </a:xfrm>
          <a:prstGeom prst="rect">
            <a:avLst/>
          </a:prstGeom>
          <a:gradFill flip="none" rotWithShape="1">
            <a:gsLst>
              <a:gs pos="100000">
                <a:schemeClr val="accent4"/>
              </a:gs>
              <a:gs pos="0">
                <a:schemeClr val="accent2"/>
              </a:gs>
            </a:gsLst>
            <a:lin ang="15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Univers"/>
              <a:ea typeface="+mn-ea"/>
              <a:cs typeface="+mn-cs"/>
            </a:endParaRPr>
          </a:p>
        </p:txBody>
      </p:sp>
      <p:pic>
        <p:nvPicPr>
          <p:cNvPr id="5" name="Picture 4" descr="Camera lens">
            <a:extLst>
              <a:ext uri="{FF2B5EF4-FFF2-40B4-BE49-F238E27FC236}">
                <a16:creationId xmlns:a16="http://schemas.microsoft.com/office/drawing/2014/main" id="{F255D87B-2902-6C9E-B135-4F36FA7EA9A2}"/>
              </a:ext>
            </a:extLst>
          </p:cNvPr>
          <p:cNvPicPr>
            <a:picLocks noChangeAspect="1"/>
          </p:cNvPicPr>
          <p:nvPr/>
        </p:nvPicPr>
        <p:blipFill rotWithShape="1">
          <a:blip r:embed="rId2">
            <a:duotone>
              <a:schemeClr val="accent1">
                <a:shade val="45000"/>
                <a:satMod val="135000"/>
              </a:schemeClr>
              <a:prstClr val="white"/>
            </a:duotone>
            <a:alphaModFix amt="35000"/>
          </a:blip>
          <a:srcRect t="6222" r="-2" b="9381"/>
          <a:stretch/>
        </p:blipFill>
        <p:spPr>
          <a:xfrm>
            <a:off x="20" y="-8877"/>
            <a:ext cx="12191980" cy="6858000"/>
          </a:xfrm>
          <a:prstGeom prst="rect">
            <a:avLst/>
          </a:prstGeom>
        </p:spPr>
      </p:pic>
      <p:sp>
        <p:nvSpPr>
          <p:cNvPr id="2" name="Title 1">
            <a:extLst>
              <a:ext uri="{FF2B5EF4-FFF2-40B4-BE49-F238E27FC236}">
                <a16:creationId xmlns:a16="http://schemas.microsoft.com/office/drawing/2014/main" id="{0013A2A4-2C18-86A6-DC43-4780819813D4}"/>
              </a:ext>
            </a:extLst>
          </p:cNvPr>
          <p:cNvSpPr>
            <a:spLocks noGrp="1"/>
          </p:cNvSpPr>
          <p:nvPr>
            <p:ph type="title"/>
          </p:nvPr>
        </p:nvSpPr>
        <p:spPr>
          <a:xfrm>
            <a:off x="5846617" y="306808"/>
            <a:ext cx="5366040" cy="1056953"/>
          </a:xfrm>
        </p:spPr>
        <p:txBody>
          <a:bodyPr anchor="b">
            <a:normAutofit/>
          </a:bodyPr>
          <a:lstStyle/>
          <a:p>
            <a:r>
              <a:rPr lang="en-US" sz="6100">
                <a:solidFill>
                  <a:srgbClr val="FFFFFF"/>
                </a:solidFill>
                <a:latin typeface="Gill Sans MT"/>
              </a:rPr>
              <a:t>CONCLUSION</a:t>
            </a:r>
          </a:p>
        </p:txBody>
      </p:sp>
      <p:sp>
        <p:nvSpPr>
          <p:cNvPr id="13"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79609"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rgbClr val="FFFFFF"/>
          </a:solidFill>
          <a:ln w="77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nivers"/>
              <a:ea typeface="+mn-ea"/>
              <a:cs typeface="+mn-cs"/>
            </a:endParaRPr>
          </a:p>
        </p:txBody>
      </p:sp>
      <p:sp>
        <p:nvSpPr>
          <p:cNvPr id="15"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96116"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rgbClr val="FFFFFF"/>
          </a:solidFill>
          <a:ln w="5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nivers"/>
              <a:ea typeface="+mn-ea"/>
              <a:cs typeface="+mn-cs"/>
            </a:endParaRPr>
          </a:p>
        </p:txBody>
      </p:sp>
      <p:sp>
        <p:nvSpPr>
          <p:cNvPr id="17"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12748"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rgbClr val="FFFFFF"/>
          </a:solidFill>
          <a:ln w="75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nivers"/>
              <a:ea typeface="+mn-ea"/>
              <a:cs typeface="+mn-cs"/>
            </a:endParaRPr>
          </a:p>
        </p:txBody>
      </p:sp>
      <p:cxnSp>
        <p:nvCxnSpPr>
          <p:cNvPr id="19" name="Straight Connector">
            <a:extLst>
              <a:ext uri="{FF2B5EF4-FFF2-40B4-BE49-F238E27FC236}">
                <a16:creationId xmlns:a16="http://schemas.microsoft.com/office/drawing/2014/main" id="{BF76EB78-6E9D-49A9-ADC5-7BCCD6F1FD4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23622" y="3610394"/>
            <a:ext cx="0" cy="3238728"/>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9E034085-89E7-D6E9-CE4B-9650B670ABF1}"/>
              </a:ext>
            </a:extLst>
          </p:cNvPr>
          <p:cNvSpPr>
            <a:spLocks noGrp="1"/>
          </p:cNvSpPr>
          <p:nvPr>
            <p:ph idx="1"/>
          </p:nvPr>
        </p:nvSpPr>
        <p:spPr>
          <a:xfrm>
            <a:off x="5846617" y="1469101"/>
            <a:ext cx="5366041" cy="2809114"/>
          </a:xfrm>
        </p:spPr>
        <p:txBody>
          <a:bodyPr vert="horz" lIns="91440" tIns="45720" rIns="91440" bIns="45720" rtlCol="0" anchor="t">
            <a:noAutofit/>
          </a:bodyPr>
          <a:lstStyle/>
          <a:p>
            <a:pPr marL="0" indent="0">
              <a:buNone/>
            </a:pPr>
            <a:r>
              <a:rPr lang="en-US" sz="1400" dirty="0">
                <a:solidFill>
                  <a:srgbClr val="FFFFFF"/>
                </a:solidFill>
                <a:ea typeface="+mn-lt"/>
                <a:cs typeface="+mn-lt"/>
              </a:rPr>
              <a:t>Moving object detection is a crucial task in video surveillance systems. The process involves detecting and tracking moving objects in video sequences captured by static or CCTV cameras. The algorithm typically involves steps such as sampling the video into frames, converting RGB frames to grayscale, applying entropy values, background subtraction, and morphology-based object detection. The detection of moving objects is essential for video surveillance and has applications in various domains such as traffic monitoring and indoor security. While the algorithm may not be highly accurate, it provides satisfactory results within a short time frame.</a:t>
            </a:r>
            <a:endParaRPr lang="en-US" sz="1400" dirty="0"/>
          </a:p>
          <a:p>
            <a:pPr marL="0" indent="0">
              <a:buNone/>
            </a:pPr>
            <a:r>
              <a:rPr lang="en-US" sz="1400" dirty="0">
                <a:solidFill>
                  <a:srgbClr val="FFFFFF"/>
                </a:solidFill>
                <a:ea typeface="+mn-lt"/>
                <a:cs typeface="+mn-lt"/>
              </a:rPr>
              <a:t>This method has two shortcomings, one it works only with a static background. If the background is also dynamic it could not detect, as it cannot differentiate between foreground and background. Mostly it will consider the whole frame as one moving object. Another one is it cannot work properly on those videos, which have highly congested moving objects, meaning too many moving objects at very short places. It will consider objects as a single object with a single boundary box so the accuracy will drastically decrease.</a:t>
            </a:r>
            <a:endParaRPr lang="en-US" sz="1400">
              <a:solidFill>
                <a:srgbClr val="FFFFFF"/>
              </a:solidFill>
            </a:endParaRPr>
          </a:p>
        </p:txBody>
      </p:sp>
    </p:spTree>
    <p:extLst>
      <p:ext uri="{BB962C8B-B14F-4D97-AF65-F5344CB8AC3E}">
        <p14:creationId xmlns:p14="http://schemas.microsoft.com/office/powerpoint/2010/main" val="4637180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36" name="Straight Connector 35">
            <a:extLst>
              <a:ext uri="{FF2B5EF4-FFF2-40B4-BE49-F238E27FC236}">
                <a16:creationId xmlns:a16="http://schemas.microsoft.com/office/drawing/2014/main" id="{D1B787A8-0D67-4B7E-9B48-86BD906AB6B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5890" y="1114050"/>
            <a:ext cx="0" cy="5735637"/>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useBgFill="1">
        <p:nvSpPr>
          <p:cNvPr id="37" name="Rectangle 36">
            <a:extLst>
              <a:ext uri="{FF2B5EF4-FFF2-40B4-BE49-F238E27FC236}">
                <a16:creationId xmlns:a16="http://schemas.microsoft.com/office/drawing/2014/main" id="{C17278C5-34E8-4293-BE47-73B18483AF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a:extLst>
              <a:ext uri="{FF2B5EF4-FFF2-40B4-BE49-F238E27FC236}">
                <a16:creationId xmlns:a16="http://schemas.microsoft.com/office/drawing/2014/main" id="{9A3F5928-D955-456A-97B5-AA390B8CE9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100000">
                <a:schemeClr val="accent4"/>
              </a:gs>
              <a:gs pos="0">
                <a:schemeClr val="accent2"/>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Univers"/>
              <a:ea typeface="+mn-ea"/>
              <a:cs typeface="+mn-cs"/>
            </a:endParaRPr>
          </a:p>
        </p:txBody>
      </p:sp>
      <p:pic>
        <p:nvPicPr>
          <p:cNvPr id="5" name="Picture 4" descr="Aerial view of a highway near the ocean">
            <a:extLst>
              <a:ext uri="{FF2B5EF4-FFF2-40B4-BE49-F238E27FC236}">
                <a16:creationId xmlns:a16="http://schemas.microsoft.com/office/drawing/2014/main" id="{AD18F5C3-2664-309D-5FFB-845B8CBA98E2}"/>
              </a:ext>
            </a:extLst>
          </p:cNvPr>
          <p:cNvPicPr>
            <a:picLocks noChangeAspect="1"/>
          </p:cNvPicPr>
          <p:nvPr/>
        </p:nvPicPr>
        <p:blipFill rotWithShape="1">
          <a:blip r:embed="rId2">
            <a:duotone>
              <a:schemeClr val="accent1">
                <a:shade val="45000"/>
                <a:satMod val="135000"/>
              </a:schemeClr>
              <a:prstClr val="white"/>
            </a:duotone>
            <a:alphaModFix amt="35000"/>
          </a:blip>
          <a:srcRect t="5858" b="19142"/>
          <a:stretch/>
        </p:blipFill>
        <p:spPr>
          <a:xfrm>
            <a:off x="20" y="-8877"/>
            <a:ext cx="12191980" cy="6858000"/>
          </a:xfrm>
          <a:prstGeom prst="rect">
            <a:avLst/>
          </a:prstGeom>
        </p:spPr>
      </p:pic>
      <p:sp>
        <p:nvSpPr>
          <p:cNvPr id="2" name="Title 1">
            <a:extLst>
              <a:ext uri="{FF2B5EF4-FFF2-40B4-BE49-F238E27FC236}">
                <a16:creationId xmlns:a16="http://schemas.microsoft.com/office/drawing/2014/main" id="{F5246A9D-B4DE-A324-D6C6-2CEC20C7E87D}"/>
              </a:ext>
            </a:extLst>
          </p:cNvPr>
          <p:cNvSpPr>
            <a:spLocks noGrp="1"/>
          </p:cNvSpPr>
          <p:nvPr>
            <p:ph type="title"/>
          </p:nvPr>
        </p:nvSpPr>
        <p:spPr>
          <a:xfrm>
            <a:off x="1256275" y="2271449"/>
            <a:ext cx="9679449" cy="2847058"/>
          </a:xfrm>
        </p:spPr>
        <p:txBody>
          <a:bodyPr vert="horz" lIns="91440" tIns="45720" rIns="91440" bIns="45720" rtlCol="0" anchor="b">
            <a:normAutofit/>
          </a:bodyPr>
          <a:lstStyle/>
          <a:p>
            <a:r>
              <a:rPr lang="en-US" sz="7200" b="1" i="0" kern="1200" cap="all" baseline="0">
                <a:solidFill>
                  <a:srgbClr val="FFFFFF"/>
                </a:solidFill>
                <a:latin typeface="+mj-lt"/>
                <a:ea typeface="+mj-ea"/>
                <a:cs typeface="+mj-cs"/>
              </a:rPr>
              <a:t>THANK  YOU</a:t>
            </a:r>
          </a:p>
        </p:txBody>
      </p:sp>
      <p:cxnSp>
        <p:nvCxnSpPr>
          <p:cNvPr id="39" name="Straight Connector 38">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878" y="806470"/>
            <a:ext cx="8453437" cy="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40"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4954" y="2875093"/>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nivers"/>
              <a:ea typeface="+mn-ea"/>
              <a:cs typeface="+mn-cs"/>
            </a:endParaRPr>
          </a:p>
        </p:txBody>
      </p:sp>
      <p:sp>
        <p:nvSpPr>
          <p:cNvPr id="41"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03734" y="3104388"/>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nivers"/>
              <a:ea typeface="+mn-ea"/>
              <a:cs typeface="+mn-cs"/>
            </a:endParaRPr>
          </a:p>
        </p:txBody>
      </p:sp>
      <p:sp>
        <p:nvSpPr>
          <p:cNvPr id="42"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414" y="3619532"/>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nivers"/>
              <a:ea typeface="+mn-ea"/>
              <a:cs typeface="+mn-cs"/>
            </a:endParaRPr>
          </a:p>
        </p:txBody>
      </p:sp>
    </p:spTree>
    <p:extLst>
      <p:ext uri="{BB962C8B-B14F-4D97-AF65-F5344CB8AC3E}">
        <p14:creationId xmlns:p14="http://schemas.microsoft.com/office/powerpoint/2010/main" val="767200849"/>
      </p:ext>
    </p:extLst>
  </p:cSld>
  <p:clrMapOvr>
    <a:masterClrMapping/>
  </p:clrMapOvr>
</p:sld>
</file>

<file path=ppt/theme/theme1.xml><?xml version="1.0" encoding="utf-8"?>
<a:theme xmlns:a="http://schemas.openxmlformats.org/drawingml/2006/main" name="GradientVTI">
  <a:themeElements>
    <a:clrScheme name="Custom 25">
      <a:dk1>
        <a:srgbClr val="000000"/>
      </a:dk1>
      <a:lt1>
        <a:srgbClr val="FFFFFF"/>
      </a:lt1>
      <a:dk2>
        <a:srgbClr val="10013F"/>
      </a:dk2>
      <a:lt2>
        <a:srgbClr val="F2F0FF"/>
      </a:lt2>
      <a:accent1>
        <a:srgbClr val="814DFF"/>
      </a:accent1>
      <a:accent2>
        <a:srgbClr val="243FFF"/>
      </a:accent2>
      <a:accent3>
        <a:srgbClr val="FF83B6"/>
      </a:accent3>
      <a:accent4>
        <a:srgbClr val="FF9022"/>
      </a:accent4>
      <a:accent5>
        <a:srgbClr val="FF1F85"/>
      </a:accent5>
      <a:accent6>
        <a:srgbClr val="1A98FF"/>
      </a:accent6>
      <a:hlink>
        <a:srgbClr val="0563C1"/>
      </a:hlink>
      <a:folHlink>
        <a:srgbClr val="954F72"/>
      </a:folHlink>
    </a:clrScheme>
    <a:fontScheme name="Univers">
      <a:majorFont>
        <a:latin typeface="Univers"/>
        <a:ea typeface=""/>
        <a:cs typeface=""/>
      </a:majorFont>
      <a:minorFont>
        <a:latin typeface="Univer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radientVTI" id="{605F9078-86F9-4258-A3E1-F8EFF02AE8CC}" vid="{4848699B-BB01-41E3-9EC4-3D97DFE5292B}"/>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8</Slides>
  <Notes>0</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GradientVTI</vt:lpstr>
      <vt:lpstr>Moving Object Detection</vt:lpstr>
      <vt:lpstr>RCCIIT Information Of  Technolgy Canal south road, beliaghata, kol-700015</vt:lpstr>
      <vt:lpstr>INTRODUCTION</vt:lpstr>
      <vt:lpstr>AIM  (Problem Definition)</vt:lpstr>
      <vt:lpstr>WORKFLOW DIAGRAM</vt:lpstr>
      <vt:lpstr>Experimental Results </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revision>522</cp:revision>
  <dcterms:created xsi:type="dcterms:W3CDTF">2023-12-03T03:57:36Z</dcterms:created>
  <dcterms:modified xsi:type="dcterms:W3CDTF">2023-12-03T07:15:47Z</dcterms:modified>
</cp:coreProperties>
</file>